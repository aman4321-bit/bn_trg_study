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462" r:id="rId2"/>
    <p:sldId id="273" r:id="rId3"/>
    <p:sldId id="281" r:id="rId4"/>
    <p:sldId id="446" r:id="rId5"/>
    <p:sldId id="425" r:id="rId6"/>
    <p:sldId id="426" r:id="rId7"/>
    <p:sldId id="427" r:id="rId8"/>
    <p:sldId id="428" r:id="rId9"/>
    <p:sldId id="429" r:id="rId10"/>
    <p:sldId id="436" r:id="rId11"/>
    <p:sldId id="435" r:id="rId12"/>
    <p:sldId id="430" r:id="rId13"/>
    <p:sldId id="431" r:id="rId14"/>
    <p:sldId id="445" r:id="rId15"/>
    <p:sldId id="432" r:id="rId16"/>
    <p:sldId id="433" r:id="rId17"/>
    <p:sldId id="434" r:id="rId18"/>
    <p:sldId id="450" r:id="rId19"/>
    <p:sldId id="455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D0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2336" autoAdjust="0"/>
  </p:normalViewPr>
  <p:slideViewPr>
    <p:cSldViewPr>
      <p:cViewPr varScale="1">
        <p:scale>
          <a:sx n="76" d="100"/>
          <a:sy n="76" d="100"/>
        </p:scale>
        <p:origin x="146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208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35F4DB1-685A-43A7-85E9-9BBFE53262F6}" type="datetimeFigureOut">
              <a:rPr lang="en-IN"/>
              <a:pPr>
                <a:defRPr/>
              </a:pPr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7F416D7-0A59-4B3C-8662-E4E765044CE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5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416D7-0A59-4B3C-8662-E4E765044CED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E6267-F68B-4C45-85D5-51272B3CAEA0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4033-58D3-4EE9-BD23-08BC4B09C9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6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BB7A72-8569-4464-97EC-96E03C2C062C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4BB9-DFB5-4B33-BE9A-4275098D3D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2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B4EFAC-9E68-4DC1-81CD-50A3AF2372D8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F7637-CC80-4278-9D5D-CDD6F0CF1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67A260-5612-42C1-9F8C-615176CE5E1C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5B22-13AF-4668-A6D1-2B696FC623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1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FD6FCB-DB48-4657-988B-F036553359DD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F4BFC-42FF-4BF5-84D7-29E5E35EFB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9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B4A7D6-ED28-4C2E-B111-5F92AA42B534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A467-19C3-4CAD-A182-DA9F3D672F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06E276-BAFF-462A-9797-5A1D5EDDE15F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6F2-CE90-42DD-B800-975848CB7A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4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7C94B2-E116-49E7-8C51-259AFD1BAC12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4FAF-03EF-4E4A-8631-62A470762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34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F7BB0D-BA06-48A3-9A92-2FA3F4A04FF9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3E00C-E884-48CA-B9C2-6841D5D5F0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1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6A9285-3818-429B-AA3F-60C520B550EC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C4F4-3533-4393-9FD5-C2147B50A9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9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37B7DA-C94A-4797-934C-4A0D5D4D531D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6D72-9094-43D0-BB6A-84DB727FE4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1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E3AEC0-2824-4700-9E36-826901326C05}" type="datetimeFigureOut">
              <a:rPr lang="en-US" smtClean="0"/>
              <a:pPr>
                <a:defRPr/>
              </a:pPr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B5FA9-04C2-4670-A7F8-8CA9CEA238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8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" y="1295400"/>
            <a:ext cx="9144793" cy="55626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442966"/>
              </p:ext>
            </p:extLst>
          </p:nvPr>
        </p:nvGraphicFramePr>
        <p:xfrm>
          <a:off x="-792" y="4876800"/>
          <a:ext cx="9144793" cy="131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793">
                  <a:extLst>
                    <a:ext uri="{9D8B030D-6E8A-4147-A177-3AD203B41FA5}">
                      <a16:colId xmlns:a16="http://schemas.microsoft.com/office/drawing/2014/main" val="2717580855"/>
                    </a:ext>
                  </a:extLst>
                </a:gridCol>
              </a:tblGrid>
              <a:tr h="965200">
                <a:tc>
                  <a:txBody>
                    <a:bodyPr/>
                    <a:lstStyle/>
                    <a:p>
                      <a:pPr marL="1367155" marR="5080" lvl="0" indent="-1355090" algn="ctr" defTabSz="914400" rtl="0" eaLnBrk="0" fontAlgn="base" latinLnBrk="0" hangingPunct="0">
                        <a:lnSpc>
                          <a:spcPts val="35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-1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DRONE TECHNOLOGY</a:t>
                      </a:r>
                      <a:endParaRPr kumimoji="0" lang="en-US" sz="3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1367155" marR="5080" lvl="0" indent="-1355090" algn="ctr" defTabSz="914400" rtl="0" eaLnBrk="0" fontAlgn="base" latinLnBrk="0" hangingPunct="0">
                        <a:lnSpc>
                          <a:spcPts val="35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-1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DRONE ANATOMY &amp; TERMINOLOGY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97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66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9427" y="2748756"/>
            <a:ext cx="9144000" cy="914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charset="0"/>
                <a:ea typeface="+mj-ea"/>
                <a:cs typeface="Arial" charset="0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PHASE </a:t>
            </a:r>
            <a:r>
              <a:rPr lang="en-US" sz="24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- I : COMPONENTS OF DRONE</a:t>
            </a:r>
            <a:endParaRPr lang="en-US" sz="2400" b="1" u="sng" kern="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 descr="C:\Users\user\Desktop\DRONES PICS\image_thumb-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2" y="954464"/>
            <a:ext cx="5820838" cy="581948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61416"/>
              </p:ext>
            </p:extLst>
          </p:nvPr>
        </p:nvGraphicFramePr>
        <p:xfrm>
          <a:off x="6046405" y="1131781"/>
          <a:ext cx="2760759" cy="5589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939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dirty="0" smtClean="0"/>
                        <a:t>Key</a:t>
                      </a:r>
                      <a:endParaRPr lang="en-US" sz="1700" b="1" kern="1200" dirty="0">
                        <a:solidFill>
                          <a:schemeClr val="dk1"/>
                        </a:solidFill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7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baseline="0" dirty="0" smtClean="0">
                          <a:latin typeface="Arial" pitchFamily="34" charset="0"/>
                          <a:cs typeface="Arial" pitchFamily="34" charset="0"/>
                        </a:rPr>
                        <a:t>PROPELLERS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541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2.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PROPELLERS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526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3.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BRUSHLESS MOTORS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4.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LANDING GEARS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5.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ESC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526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6.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FLIGHT CONTROLLER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526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7.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RADIO CONTROLLER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8.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TRANSMITTER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9.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GPS MODULE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10.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BATTERY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39"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11.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="1" dirty="0" smtClean="0">
                          <a:latin typeface="Arial" pitchFamily="34" charset="0"/>
                          <a:cs typeface="Arial" pitchFamily="34" charset="0"/>
                        </a:rPr>
                        <a:t>CAMERA</a:t>
                      </a:r>
                      <a:endParaRPr lang="en-US" sz="1700" b="1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COMPONENTS OF DRONE</a:t>
            </a:r>
            <a:endParaRPr lang="en-US" sz="2400" b="1" u="sng" kern="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l="24292" t="17274" r="25776" b="16269"/>
          <a:stretch/>
        </p:blipFill>
        <p:spPr bwMode="auto">
          <a:xfrm>
            <a:off x="838202" y="1447800"/>
            <a:ext cx="7294543" cy="4964784"/>
          </a:xfrm>
          <a:prstGeom prst="rect">
            <a:avLst/>
          </a:prstGeom>
          <a:ln w="285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37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COMPONENTS OF DRONE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Content Placeholder 1"/>
          <p:cNvSpPr txBox="1">
            <a:spLocks/>
          </p:cNvSpPr>
          <p:nvPr/>
        </p:nvSpPr>
        <p:spPr>
          <a:xfrm>
            <a:off x="0" y="838200"/>
            <a:ext cx="8991600" cy="6019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Drone Frame.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Motors.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Electronic Speed Controller.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Flight/Control Board.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Propellers.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Receiver.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Gimbal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Radio Transmitter.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Battery 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Antenna.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Camera.</a:t>
            </a:r>
          </a:p>
          <a:p>
            <a:pPr marL="520700" lvl="1" indent="-409575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Landing Gears.</a:t>
            </a:r>
          </a:p>
          <a:p>
            <a:pPr marL="64008" indent="0" algn="ctr"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15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DRONE FRAME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0" y="762000"/>
            <a:ext cx="9144000" cy="41910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963" lvl="1" indent="-461963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Frame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hi drones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sabhi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chhotte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parts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fit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61963" lvl="1" indent="-461963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Jo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saman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roop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drone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centre of gravity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various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akar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distribute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61963" lvl="1" indent="-461963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Frame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alag-alag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shapes &amp; size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avl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61963" lvl="1" indent="-461963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Amtaur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 frame carbon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fibre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ka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bana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ctr">
              <a:buFont typeface="Wingdings" pitchFamily="2" charset="2"/>
              <a:buChar char="Ø"/>
            </a:pPr>
            <a:endParaRPr lang="en-US" sz="2500" b="1" dirty="0">
              <a:latin typeface="Arial" pitchFamily="34" charset="0"/>
              <a:cs typeface="Arial" pitchFamily="34" charset="0"/>
            </a:endParaRPr>
          </a:p>
          <a:p>
            <a:pPr marL="581533" lvl="3" indent="0" algn="ctr">
              <a:buFont typeface="Wingdings" pitchFamily="2" charset="2"/>
              <a:buChar char="Ø"/>
            </a:pPr>
            <a:endParaRPr lang="en-US" sz="2500" b="1" dirty="0">
              <a:latin typeface="Arial" pitchFamily="34" charset="0"/>
              <a:cs typeface="Arial" pitchFamily="34" charset="0"/>
            </a:endParaRPr>
          </a:p>
          <a:p>
            <a:pPr marL="64008" indent="0" algn="ctr">
              <a:buFont typeface="Wingdings" pitchFamily="2" charset="2"/>
              <a:buChar char="Ø"/>
            </a:pPr>
            <a:endParaRPr lang="en-US" sz="2500" b="1" dirty="0">
              <a:latin typeface="Arial" pitchFamily="34" charset="0"/>
              <a:cs typeface="Arial" pitchFamily="34" charset="0"/>
            </a:endParaRPr>
          </a:p>
          <a:p>
            <a:pPr marL="64008" indent="0" algn="ctr">
              <a:buFont typeface="Wingdings" pitchFamily="2" charset="2"/>
              <a:buChar char="Ø"/>
            </a:pPr>
            <a:endParaRPr lang="en-US" sz="25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C:\Users\user\Desktop\DRONES PICS\images (9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4114802"/>
            <a:ext cx="3057525" cy="252120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user\Desktop\DRONES PICS\images (8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06159"/>
            <a:ext cx="3556744" cy="25146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69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MOTORS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2" y="762000"/>
            <a:ext cx="9102725" cy="60960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1313" lvl="1" indent="-341313" algn="just"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Propeller’s 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rotation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jaruri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Amtaur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 propellers 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qty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mutabiq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hi motors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qty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Motors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is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parkar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fit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jis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controller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dawara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asani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rotate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sake.</a:t>
            </a: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Motors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alag-alag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parkar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parameters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jaise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voltage, current, thrust, power, speed etc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check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karna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jaruri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Brushless motors ka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jaidatar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istemal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81533" lvl="3" indent="0" algn="just">
              <a:buFont typeface="Wingdings" pitchFamily="2" charset="2"/>
              <a:buChar char="Ø"/>
            </a:pPr>
            <a:endParaRPr lang="en-US" dirty="0"/>
          </a:p>
          <a:p>
            <a:pPr marL="64008" indent="0" algn="just">
              <a:buFont typeface="Wingdings" pitchFamily="2" charset="2"/>
              <a:buChar char="Ø"/>
            </a:pPr>
            <a:endParaRPr lang="en-US" dirty="0"/>
          </a:p>
          <a:p>
            <a:pPr marL="64008" indent="0" algn="just"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2050" name="Picture 2" descr="C:\Users\user\Desktop\DRONES PICS\download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98" y="4343400"/>
            <a:ext cx="3463047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ser\Desktop\DRONES PICS\download (1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343400"/>
            <a:ext cx="3172354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69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ELECTRONIC SPEED CONTROLLER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-304799" y="401427"/>
            <a:ext cx="9102725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521208" lvl="1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electronic circuit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brain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roop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kaam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electric motor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speed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badalta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motor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chalane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dc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bty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 phase ac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convert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 drone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size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compact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banane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madad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3074" name="Picture 2" descr="C:\Users\user\Desktop\DRONES PICS\images (1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2" y="3810000"/>
            <a:ext cx="4056053" cy="3048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user\Desktop\DRONES PICS\images (10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00421"/>
            <a:ext cx="4610100" cy="305758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69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PROPELLERS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0" y="381002"/>
            <a:ext cx="9144000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Propellers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amtaur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par blade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hote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jin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ka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hawa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pressure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difference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paida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karna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Jab propellers motion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to je rotor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upar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neeche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dabav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antar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paida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wali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hawa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cut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Top side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air ka pressure bottom side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tulna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jis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drone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asani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lift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1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Amtaur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 je plastic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carbon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fibre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banaye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jate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4008" indent="0" algn="just">
              <a:buFont typeface="Wingdings" pitchFamily="2" charset="2"/>
              <a:buChar char="Ø"/>
            </a:pP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 descr="C:\Users\user\Desktop\DRONES PICS\images (12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267200"/>
            <a:ext cx="3962400" cy="25146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user\Desktop\DRONES PICS\images (13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67200"/>
            <a:ext cx="4345236" cy="24384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69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RECEIVER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0" y="762002"/>
            <a:ext cx="9144000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461963" lvl="1" indent="-406400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controller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dawara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bheje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gaye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radio signal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receive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wali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unit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461963" lvl="1" indent="-406400"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Drone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control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minimum 4 channels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rqmt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8194" name="Picture 2" descr="C:\Users\user\Desktop\DRONES PICS\images (15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81377"/>
            <a:ext cx="3962400" cy="347662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user\Desktop\DRONES PICS\images (14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2" y="3381374"/>
            <a:ext cx="3829345" cy="3476626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0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76200" y="-26406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GIMBAL 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0" name="Content Placeholder 1"/>
          <p:cNvSpPr txBox="1">
            <a:spLocks/>
          </p:cNvSpPr>
          <p:nvPr/>
        </p:nvSpPr>
        <p:spPr>
          <a:xfrm>
            <a:off x="0" y="533402"/>
            <a:ext cx="9144000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Gimbal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pivot mount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x,y,z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axis par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harkat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1313" lvl="1" indent="-341313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Video recording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photogrhapy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dauran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camera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other sensors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stable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madad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deta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5122" name="Picture 2" descr="C:\Users\user\Desktop\DRONES PICS\images (20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2" y="3276600"/>
            <a:ext cx="4010025" cy="34289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user\Desktop\DRONES PICS\images (19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76600"/>
            <a:ext cx="4048028" cy="342899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03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RADIO CONTROLLER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-304800" y="304802"/>
            <a:ext cx="9448800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200" b="1" dirty="0">
              <a:latin typeface="Arial" pitchFamily="34" charset="0"/>
              <a:cs typeface="Arial" pitchFamily="34" charset="0"/>
            </a:endParaRPr>
          </a:p>
          <a:p>
            <a:pPr marL="521208" lvl="1" algn="just">
              <a:buFont typeface="Wingdings" pitchFamily="2" charset="2"/>
              <a:buChar char="Ø"/>
            </a:pP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channeled transmitter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communicator ka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kaam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karta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Har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channel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special frequency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nishchit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gati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chalane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saksham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Effective operation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4 channels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requirement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hoti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9218" name="Picture 2" descr="C:\Users\user\Desktop\DRONES PICS\images (2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05200"/>
            <a:ext cx="4191000" cy="33528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user\Desktop\DRONES PICS\images (22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505200"/>
            <a:ext cx="3962400" cy="33528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4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BATTERY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0" y="304802"/>
            <a:ext cx="9144000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396875" lvl="1" indent="-341313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power source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roop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kaam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41313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frame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lage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all electronics parts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power distribution cable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throuh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energy supply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41313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Amtaur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par drones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lithium polymer batteries ka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istemal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 descr="C:\Users\user\Desktop\DRONES PICS\images (16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2" y="4038600"/>
            <a:ext cx="3760839" cy="25908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user\Desktop\DRONES PICS\download (2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038600"/>
            <a:ext cx="3352800" cy="25908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4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ANTENNA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1277" y="381002"/>
            <a:ext cx="9102725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461963" lvl="1" indent="-406400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legs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ander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paye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461963" lvl="1" indent="-406400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se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jankari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lekar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controller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pass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ka responsible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hota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461963" lvl="1" indent="-406400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controller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direction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bare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jankari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" name="Picture 2" descr="C:\Users\user\Desktop\DRONES PICS\images (17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7" y="3048002"/>
            <a:ext cx="4212032" cy="3552157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user\Desktop\DRONES PICS\images (18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632" y="3048002"/>
            <a:ext cx="3991823" cy="3552157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75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CAMERA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2" y="457202"/>
            <a:ext cx="9102725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400" b="1" dirty="0"/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Photographs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video recording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istemal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jata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96875" lvl="1" indent="-396875" algn="just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Modern drones all in one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integrated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gimbal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camera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sath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ate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235458" lvl="1" indent="0" algn="just">
              <a:buFont typeface="Wingdings" pitchFamily="2" charset="2"/>
              <a:buChar char="Ø"/>
            </a:pPr>
            <a:endParaRPr lang="en-US" sz="2400" b="1" dirty="0"/>
          </a:p>
        </p:txBody>
      </p:sp>
      <p:pic>
        <p:nvPicPr>
          <p:cNvPr id="11266" name="Picture 2" descr="C:\Users\user\Desktop\DRONES PICS\images (2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9" y="2669581"/>
            <a:ext cx="3907233" cy="379452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user\Desktop\DRONES PICS\images (22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386" y="2708711"/>
            <a:ext cx="4246562" cy="376828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4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LANDING GEARS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2" y="304802"/>
            <a:ext cx="9102725" cy="5694575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008" indent="0" algn="just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521208" lvl="1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drones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asani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land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madad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dete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21208" lvl="1" algn="just">
              <a:buFont typeface="Wingdings" pitchFamily="2" charset="2"/>
              <a:buChar char="Ø"/>
            </a:pP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 types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hote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978408" lvl="2" indent="-285750" algn="just">
              <a:buFont typeface="Wingdings" pitchFamily="2" charset="2"/>
              <a:buChar char="Ø"/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Fixed. </a:t>
            </a:r>
          </a:p>
          <a:p>
            <a:pPr marL="978408" lvl="2" indent="-285750" algn="just">
              <a:buFont typeface="Wingdings" pitchFamily="2" charset="2"/>
              <a:buChar char="Ø"/>
            </a:pP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Retractable.</a:t>
            </a:r>
          </a:p>
        </p:txBody>
      </p:sp>
      <p:pic>
        <p:nvPicPr>
          <p:cNvPr id="10242" name="Picture 2" descr="C:\Users\user\Desktop\DRONES PICS\images (23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82" y="2961632"/>
            <a:ext cx="3929718" cy="3537852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C:\Users\user\Desktop\DRONES PICS\larg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2974124"/>
            <a:ext cx="4368800" cy="351286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92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PHASE </a:t>
            </a:r>
            <a:r>
              <a:rPr lang="en-US" sz="28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– II : </a:t>
            </a:r>
            <a:r>
              <a:rPr lang="en-US" sz="28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AERODYNAMICS </a:t>
            </a:r>
            <a:r>
              <a:rPr lang="en-US" sz="28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&amp; PRINCIPLES </a:t>
            </a:r>
            <a:endParaRPr lang="en-US" sz="2800" b="1" u="sng" kern="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OF FLYING</a:t>
            </a:r>
            <a:endParaRPr lang="en-US" sz="2800" b="1" u="sng" kern="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2"/>
          <a:srcRect l="24146" t="32374" r="25285" b="27194"/>
          <a:stretch/>
        </p:blipFill>
        <p:spPr bwMode="auto">
          <a:xfrm>
            <a:off x="876300" y="1295400"/>
            <a:ext cx="7391400" cy="4800600"/>
          </a:xfrm>
          <a:prstGeom prst="rect">
            <a:avLst/>
          </a:prstGeom>
          <a:ln w="285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223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762000"/>
            <a:ext cx="9144000" cy="54102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Two rotors clockwise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rotaion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baki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 rotors anti-clockwise rotate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 </a:t>
            </a:r>
          </a:p>
          <a:p>
            <a:pPr algn="just">
              <a:buFont typeface="Wingdings" pitchFamily="2" charset="2"/>
              <a:buChar char="Ø"/>
            </a:pPr>
            <a:endParaRPr lang="en-GB" sz="23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Anti-clockwise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harkat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wale rotors drone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balance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madad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dete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agar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sabhi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rotror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hi direction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rotate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karenge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to is ka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matlab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net torque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paida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hoga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pura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hi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ghumna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shuru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dega</a:t>
            </a:r>
            <a:r>
              <a:rPr lang="en-GB" sz="23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GB" sz="23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Jab rotor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sath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rotate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hain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to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hawa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neeche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taraf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push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hawa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rotor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upar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taraf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push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jab rotors speed  se rotate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to drone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upar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taraf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uthta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jab rotors slow speed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rotate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karte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to drone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jamin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taraf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aata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sz="23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GB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3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HOW DO DRONES FLY</a:t>
            </a:r>
            <a:r>
              <a:rPr lang="en-US" sz="3200" b="1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?</a:t>
            </a:r>
            <a:endParaRPr lang="en-US" sz="3200" b="1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0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0" y="3247416"/>
            <a:ext cx="9144000" cy="762000"/>
          </a:xfrm>
          <a:prstGeom prst="rect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rPr>
              <a:t>JAI HIND</a:t>
            </a:r>
            <a:endParaRPr lang="en-US" sz="3200" b="1" u="sng" kern="0" dirty="0">
              <a:solidFill>
                <a:srgbClr val="FFFF00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1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NAME" val="E:\TCCC\TCCC - 46\Amnd Class Tccc\Drone Class Tccc 45\DRONE CAPSULE AUTO WG\2. COMPONENTS OF DRONE.pptx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9571</TotalTime>
  <Words>753</Words>
  <Application>Microsoft Office PowerPoint</Application>
  <PresentationFormat>On-screen Show (4:3)</PresentationFormat>
  <Paragraphs>109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</dc:creator>
  <cp:lastModifiedBy>cdts</cp:lastModifiedBy>
  <cp:revision>496</cp:revision>
  <dcterms:created xsi:type="dcterms:W3CDTF">2006-08-16T00:00:00Z</dcterms:created>
  <dcterms:modified xsi:type="dcterms:W3CDTF">2025-11-26T11:39:06Z</dcterms:modified>
</cp:coreProperties>
</file>
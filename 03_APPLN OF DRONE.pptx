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62" r:id="rId3"/>
    <p:sldId id="264" r:id="rId4"/>
    <p:sldId id="274" r:id="rId5"/>
    <p:sldId id="275" r:id="rId6"/>
    <p:sldId id="276" r:id="rId7"/>
    <p:sldId id="277" r:id="rId8"/>
    <p:sldId id="278" r:id="rId9"/>
    <p:sldId id="265" r:id="rId10"/>
    <p:sldId id="279" r:id="rId11"/>
    <p:sldId id="280" r:id="rId12"/>
    <p:sldId id="283" r:id="rId13"/>
    <p:sldId id="285" r:id="rId14"/>
    <p:sldId id="287" r:id="rId15"/>
    <p:sldId id="286" r:id="rId16"/>
    <p:sldId id="282" r:id="rId17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41" autoAdjust="0"/>
  </p:normalViewPr>
  <p:slideViewPr>
    <p:cSldViewPr snapToGrid="0" showGuides="1">
      <p:cViewPr varScale="1">
        <p:scale>
          <a:sx n="97" d="100"/>
          <a:sy n="97" d="100"/>
        </p:scale>
        <p:origin x="7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2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25A7769-64B3-4268-99E2-FD5E1DA0DB5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691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72032FC0-4195-457F-95BC-540B129655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5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3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3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3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0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3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34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6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6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0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B3673-A915-45C6-8C7B-76CA18105D95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A1FD4-6B15-4A57-8F1E-E1D51C5971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7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>
            <p:ph type="ctrTitle"/>
          </p:nvPr>
        </p:nvSpPr>
        <p:spPr>
          <a:xfrm>
            <a:off x="0" y="2514600"/>
            <a:ext cx="9144000" cy="7620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>
            <a:normAutofit/>
          </a:bodyPr>
          <a:lstStyle/>
          <a:p>
            <a:pPr algn="ctr" defTabSz="992188">
              <a:spcBef>
                <a:spcPct val="0"/>
              </a:spcBef>
              <a:defRPr/>
            </a:pPr>
            <a:r>
              <a:rPr lang="en-IN" sz="40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IN" sz="40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32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BHOOMIKA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 smtClean="0">
                <a:latin typeface="Arial" pitchFamily="34" charset="0"/>
                <a:cs typeface="Arial" pitchFamily="34" charset="0"/>
              </a:rPr>
              <a:t>Drones,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yaani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unmanned aerial vehicles (UAVs),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bahut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saari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industries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use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hote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kyunki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ye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aise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kaam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kar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sakte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jo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insaan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liye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mushkil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, dangerous,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ya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inefficient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hote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Yahaan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kuch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key applications ka brief overview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: </a:t>
            </a: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Aerial Photography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Videography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Media </a:t>
            </a:r>
            <a:r>
              <a:rPr lang="en-IN" sz="2000" b="1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 Entertainment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Filam,advertisement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events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liye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sundar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aerial shorts capture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0" fontAlgn="base">
              <a:buFont typeface="Wingdings" pitchFamily="2" charset="2"/>
              <a:buChar char="ü"/>
            </a:pP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Real Estate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: property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unique photos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angles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dikhakar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listing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ko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behtar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.</a:t>
            </a:r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070100" y="3162301"/>
            <a:ext cx="52832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Agriculture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Crop Monitoring: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Fasal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sehat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endaza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lagana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multispectral imaging se growth monitor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Precision Agriculture: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Pani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khaad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smtClean="0">
                <a:latin typeface="Arial" pitchFamily="34" charset="0"/>
                <a:cs typeface="Arial" pitchFamily="34" charset="0"/>
              </a:rPr>
              <a:t> chemicals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sahi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prabhav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upyog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kyuki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drone detail field data collect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karte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07923" y="2969342"/>
            <a:ext cx="7344696" cy="313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Delivery Services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E-commerce: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Shehri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ilaakon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chhote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packages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ko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tezi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se deliver kana,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jaise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Amezon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UPS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jaise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companies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karti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Medical Supplies: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Door-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daraaz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ya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muskhil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ilaakon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zaroori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medical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saman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samples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pahunchana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430" y="3519487"/>
            <a:ext cx="5919470" cy="270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Surveillance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 Security</a:t>
            </a:r>
          </a:p>
          <a:p>
            <a:pPr lvl="0" fontAlgn="base">
              <a:buFont typeface="Wingdings" pitchFamily="2" charset="2"/>
              <a:buChar char="ü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Law Enforcement: Large events, traffic monitor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surveillance operations conduct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Border Control: Borders patrol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unauthorized crossings identify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45" y="3398704"/>
            <a:ext cx="5017655" cy="277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Inspection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 Maintenance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Infrastructure: Bridges, power lines, wind turbines,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pipelines inspect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to detect damage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ya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wear without risking human lives.</a:t>
            </a:r>
          </a:p>
          <a:p>
            <a:pPr lvl="0" fontAlgn="base"/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Construction: Construction sites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progress monitor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safety compliance ensure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677988" y="3548062"/>
            <a:ext cx="4583112" cy="245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Disaster Management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Search and Rescue: Natural disasters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ya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accidents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dauran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hard-to-reach areas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victims locate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Damage Assessment: Disaster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baad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quickly damage ka extent assess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for efficient response planning.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6888" y="3398837"/>
            <a:ext cx="5192712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Environmental Monitoring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lvl="1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Wildlife Conservation: Animal populations track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, migration patterns monitor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poaching activities detect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marL="0" lvl="1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lvl="1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Pollution Monitoring: Real-time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air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water quality measure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pollution sources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levels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ko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detect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43088" y="3562350"/>
            <a:ext cx="4786312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Scientific Research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lvl="1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Climate Studies: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Lambe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samay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tak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weather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padh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kar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samajhna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jaise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tapman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mosam,hawa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pettren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kaise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badal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re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677" y="2538760"/>
            <a:ext cx="6272981" cy="371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Military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b="1" u="sng" dirty="0" err="1" smtClean="0">
                <a:latin typeface="Arial" pitchFamily="34" charset="0"/>
                <a:cs typeface="Arial" pitchFamily="34" charset="0"/>
              </a:rPr>
              <a:t>Defense</a:t>
            </a:r>
            <a:endParaRPr lang="en-IN" sz="2000" b="1" u="sng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lvl="1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Reconnaissance: Conflict zones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intelligence gather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surveillance missions perform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marL="0" lvl="1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lvl="1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Combat: Targeted strikes conduct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with minimal risk to human soldiers.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1925" y="3327400"/>
            <a:ext cx="50101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10FB90-1924-4FDA-B5E5-175AD1331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3999" cy="71441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u="sng" kern="0" dirty="0">
                <a:solidFill>
                  <a:schemeClr val="bg1"/>
                </a:solidFill>
                <a:cs typeface="Arial" pitchFamily="34" charset="0"/>
              </a:rPr>
              <a:t>SENA </a:t>
            </a:r>
            <a:r>
              <a:rPr lang="en-US" sz="2400" b="1" u="sng" kern="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2400" b="1" u="sng" kern="0" dirty="0">
                <a:solidFill>
                  <a:schemeClr val="bg1"/>
                </a:solidFill>
                <a:cs typeface="Arial" pitchFamily="34" charset="0"/>
              </a:rPr>
              <a:t>DRONE KA ISTEMAL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58311-9E16-4789-8426-E2B61F2066BD}"/>
              </a:ext>
            </a:extLst>
          </p:cNvPr>
          <p:cNvSpPr/>
          <p:nvPr/>
        </p:nvSpPr>
        <p:spPr>
          <a:xfrm>
            <a:off x="316523" y="830875"/>
            <a:ext cx="869559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100" b="1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6523" y="1028343"/>
            <a:ext cx="750995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b="1" u="sng" dirty="0">
                <a:latin typeface="Arial" panose="020B0604020202020204" pitchFamily="34" charset="0"/>
                <a:cs typeface="Arial" pitchFamily="34" charset="0"/>
              </a:rPr>
              <a:t>SENA  MEIN DRONE KA ISTEMAL</a:t>
            </a:r>
            <a:endParaRPr lang="en-US" b="1" u="sng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Built-up area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recce. </a:t>
            </a:r>
            <a:endParaRPr lang="en-US" b="1" dirty="0">
              <a:solidFill>
                <a:srgbClr val="0000FF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Recce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tps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dwara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dushan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gatividhi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par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dhyan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rakhna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0099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Fwd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tp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dwara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age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area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recce. 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Dushan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area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photo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lena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jis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se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apne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tps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advance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ko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behatr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tariqe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se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kar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itchFamily="34" charset="0"/>
              </a:rPr>
              <a:t>saken</a:t>
            </a:r>
            <a:r>
              <a:rPr lang="en-IN" b="1" dirty="0">
                <a:latin typeface="Arial" panose="020B0604020202020204" pitchFamily="34" charset="0"/>
                <a:cs typeface="Arial" pitchFamily="34" charset="0"/>
              </a:rPr>
              <a:t>. </a:t>
            </a:r>
            <a:endParaRPr lang="en-US" b="1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Demonstration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dauran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vip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ko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tps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movements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ko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dikhana</a:t>
            </a:r>
            <a:r>
              <a:rPr lang="en-IN" b="1" dirty="0">
                <a:solidFill>
                  <a:srgbClr val="0000FF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0000FF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Senior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cdr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dwara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ex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mein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tps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movement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ko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 control </a:t>
            </a:r>
            <a:r>
              <a:rPr lang="en-IN" b="1" dirty="0" err="1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karna</a:t>
            </a:r>
            <a:r>
              <a:rPr lang="en-IN" b="1" dirty="0">
                <a:solidFill>
                  <a:srgbClr val="009900"/>
                </a:solidFill>
                <a:latin typeface="Arial" panose="020B0604020202020204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0099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Pani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andar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pani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jahaj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aur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sum marine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maintenance </a:t>
            </a:r>
            <a:r>
              <a:rPr lang="en-IN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karna</a:t>
            </a:r>
            <a:endParaRPr lang="en-IN" b="1" dirty="0">
              <a:solidFill>
                <a:srgbClr val="FF0000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Arty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tps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dwara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dushman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ki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location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GR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lena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43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F408749-FC44-4CBC-BC48-27843377F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3999" cy="71441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u="sng" kern="0" dirty="0">
                <a:solidFill>
                  <a:schemeClr val="bg1"/>
                </a:solidFill>
                <a:cs typeface="Arial" pitchFamily="34" charset="0"/>
              </a:rPr>
              <a:t>ENEMY KE DRONE SE KHATRE </a:t>
            </a:r>
            <a:endParaRPr lang="en-US" sz="2400" b="1" u="sng" kern="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6FB8A-63E0-4FEB-999F-E3FE82F5EA89}"/>
              </a:ext>
            </a:extLst>
          </p:cNvPr>
          <p:cNvSpPr/>
          <p:nvPr/>
        </p:nvSpPr>
        <p:spPr>
          <a:xfrm>
            <a:off x="351693" y="714411"/>
            <a:ext cx="80581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ENEMY KE DWARA DRONE SE NIMIN KHATRE HO SAKTE HAIN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:-</a:t>
            </a: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err="1">
                <a:latin typeface="Arial" pitchFamily="34" charset="0"/>
                <a:cs typeface="Arial" pitchFamily="34" charset="0"/>
              </a:rPr>
              <a:t>Larai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samay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hamari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gati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vidhiyon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par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dhyan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rakkhan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Hamare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kisi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camp par bomb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gira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Tps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advance </a:t>
            </a: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pal – pal khabar </a:t>
            </a: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rakh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IN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009900"/>
              </a:solidFill>
              <a:latin typeface="Arial" pitchFamily="34" charset="0"/>
              <a:cs typeface="Arial" pitchFamily="34" charset="0"/>
            </a:endParaRP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Hamare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fence ko bomb </a:t>
            </a:r>
            <a:r>
              <a:rPr lang="en-IN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gira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tor </a:t>
            </a:r>
            <a:r>
              <a:rPr lang="en-IN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IN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>
                <a:latin typeface="Arial" pitchFamily="34" charset="0"/>
                <a:cs typeface="Arial" pitchFamily="34" charset="0"/>
              </a:rPr>
              <a:t>A &amp; B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veh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Colum ko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nuksan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pahucha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sakta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hai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57175" indent="-257175">
              <a:lnSpc>
                <a:spcPct val="200000"/>
              </a:lnSpc>
              <a:buFont typeface="Wingdings" pitchFamily="2" charset="2"/>
              <a:buChar char="Ø"/>
            </a:pP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Hamare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ilaqe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propaganda bomb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gira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hamare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ko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bhramit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IN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 </a:t>
            </a:r>
            <a:endParaRPr lang="en-US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3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393FAD-40B8-434D-867B-9375E1DC7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3999" cy="71441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100" b="1" u="sng" kern="0" dirty="0">
                <a:solidFill>
                  <a:schemeClr val="bg1"/>
                </a:solidFill>
                <a:cs typeface="Arial" pitchFamily="34" charset="0"/>
              </a:rPr>
              <a:t>ENEMY KE DRONE SE BACHNE KE UPAY </a:t>
            </a:r>
            <a:endParaRPr lang="en-US" sz="2100" b="1" u="sng" kern="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7CF9B7-BD5C-4A55-8731-2A5D0129A330}"/>
              </a:ext>
            </a:extLst>
          </p:cNvPr>
          <p:cNvSpPr/>
          <p:nvPr/>
        </p:nvSpPr>
        <p:spPr>
          <a:xfrm>
            <a:off x="171449" y="714411"/>
            <a:ext cx="8801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 err="1">
                <a:latin typeface="Arial" pitchFamily="34" charset="0"/>
                <a:cs typeface="Arial" pitchFamily="34" charset="0"/>
              </a:rPr>
              <a:t>Tps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advance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samay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ek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tk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ko op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taur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par detail 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rakhen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latin typeface="Arial" pitchFamily="34" charset="0"/>
              <a:cs typeface="Arial" pitchFamily="34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Jab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column ka halt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to drone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khatre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bachane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op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tk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 NSVT load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honi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chiye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1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Tps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ka advance line head formation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nahin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hona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chahiye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solidFill>
                <a:srgbClr val="009900"/>
              </a:solidFill>
              <a:latin typeface="Arial" pitchFamily="34" charset="0"/>
              <a:cs typeface="Arial" pitchFamily="34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Apni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BOP par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achhe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qism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sight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sath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nigarani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honi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chahiye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latin typeface="Arial" pitchFamily="34" charset="0"/>
                <a:cs typeface="Arial" pitchFamily="34" charset="0"/>
              </a:rPr>
              <a:t>Agar ho sake to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fwd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tps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pass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ya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recce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tps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pass drone ka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bandobast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hona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chahiye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jisse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dushaman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aisi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gati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vidhiyon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 par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dhiyan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rakh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saken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.  </a:t>
            </a:r>
            <a:endParaRPr lang="en-US" sz="21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6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73DA39-1ADE-4021-B7CE-49C3ED19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71441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100" b="1" u="sng" kern="0" dirty="0">
                <a:solidFill>
                  <a:schemeClr val="bg1"/>
                </a:solidFill>
                <a:cs typeface="Arial" pitchFamily="34" charset="0"/>
              </a:rPr>
              <a:t>EN KE DRONE KO AQUIRE KARNE KE TARIKE</a:t>
            </a:r>
            <a:endParaRPr lang="en-US" sz="2100" b="1" u="sng" kern="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F7C37-FDCA-40E7-A3C3-78B1A8578307}"/>
              </a:ext>
            </a:extLst>
          </p:cNvPr>
          <p:cNvSpPr/>
          <p:nvPr/>
        </p:nvSpPr>
        <p:spPr>
          <a:xfrm>
            <a:off x="118696" y="714411"/>
            <a:ext cx="8686800" cy="4455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latin typeface="Arial" pitchFamily="34" charset="0"/>
                <a:cs typeface="Arial" pitchFamily="34" charset="0"/>
              </a:rPr>
              <a:t>Tk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mein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lagi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Sight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madad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se har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samay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drone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attack se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bachane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liye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search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karte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rahen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.  </a:t>
            </a:r>
            <a:endParaRPr lang="en-US" sz="21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Tp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tk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ko drone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khatre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bachane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nominate </a:t>
            </a:r>
            <a:r>
              <a:rPr lang="en-IN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rakhen</a:t>
            </a:r>
            <a:r>
              <a:rPr lang="en-IN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Camp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ya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 do MMG/LMG post org </a:t>
            </a:r>
            <a:r>
              <a:rPr lang="en-IN" sz="2100" b="1" dirty="0" err="1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IN" sz="21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solidFill>
                <a:srgbClr val="00990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BOP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uper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achchhe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qism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sight ka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bandobast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rakhen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jisse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dushman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ka drone LOC/IB ko cross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saken</a:t>
            </a:r>
            <a:r>
              <a:rPr lang="en-IN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1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latin typeface="Arial" pitchFamily="34" charset="0"/>
                <a:cs typeface="Arial" pitchFamily="34" charset="0"/>
              </a:rPr>
              <a:t>Tk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uper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latest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aise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sadhan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ho jo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ki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drone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khatre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ko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pahle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se hi malum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kar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100" b="1" dirty="0" err="1">
                <a:latin typeface="Arial" pitchFamily="34" charset="0"/>
                <a:cs typeface="Arial" pitchFamily="34" charset="0"/>
              </a:rPr>
              <a:t>saken</a:t>
            </a:r>
            <a:r>
              <a:rPr lang="en-IN" sz="2100" b="1" dirty="0">
                <a:latin typeface="Arial" pitchFamily="34" charset="0"/>
                <a:cs typeface="Arial" pitchFamily="34" charset="0"/>
              </a:rPr>
              <a:t>. Ex - Zen Tech Anti Drone Sys.</a:t>
            </a:r>
            <a:endParaRPr lang="en-US" sz="21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09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F5DB9-8FD2-40E1-8D20-4B1070BEA44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9" name="Rectangle 2"/>
          <p:cNvSpPr txBox="1">
            <a:spLocks noChangeArrowheads="1"/>
          </p:cNvSpPr>
          <p:nvPr/>
        </p:nvSpPr>
        <p:spPr>
          <a:xfrm>
            <a:off x="0" y="-152400"/>
            <a:ext cx="9144000" cy="838200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algn="ctr" defTabSz="992188">
              <a:spcBef>
                <a:spcPct val="0"/>
              </a:spcBef>
              <a:defRPr/>
            </a:pPr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APPLICATIONS OF DRONE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42900" y="1117601"/>
            <a:ext cx="84709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/>
            <a:r>
              <a:rPr lang="en-IN" sz="2000" b="1" u="sng" dirty="0" smtClean="0">
                <a:latin typeface="Arial" pitchFamily="34" charset="0"/>
                <a:cs typeface="Arial" pitchFamily="34" charset="0"/>
              </a:rPr>
              <a:t>Recreational Use</a:t>
            </a:r>
            <a:br>
              <a:rPr lang="en-IN" sz="2000" b="1" u="sng" dirty="0" smtClean="0">
                <a:latin typeface="Arial" pitchFamily="34" charset="0"/>
                <a:cs typeface="Arial" pitchFamily="34" charset="0"/>
              </a:rPr>
            </a:b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Hobbyist Flying: Recreational drone flying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racing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engage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Aerial Sports: Drone racing leagues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aur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competitions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mein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 participate </a:t>
            </a:r>
            <a:r>
              <a:rPr lang="en-IN" sz="2000" dirty="0" err="1" smtClean="0">
                <a:latin typeface="Arial" pitchFamily="34" charset="0"/>
                <a:cs typeface="Arial" pitchFamily="34" charset="0"/>
              </a:rPr>
              <a:t>karna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/>
              <a:t> </a:t>
            </a:r>
            <a:endParaRPr lang="en-US" sz="2000" dirty="0" smtClean="0"/>
          </a:p>
          <a:p>
            <a:r>
              <a:rPr lang="en-IN" sz="20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pPr lvl="0" fontAlgn="base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5427" y="3468687"/>
            <a:ext cx="5455573" cy="271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</TotalTime>
  <Words>764</Words>
  <Application>Microsoft Office PowerPoint</Application>
  <PresentationFormat>On-screen Show (4:3)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APPLICATIONS OF DRONE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cdts</cp:lastModifiedBy>
  <cp:revision>59</cp:revision>
  <cp:lastPrinted>2025-11-29T05:24:23Z</cp:lastPrinted>
  <dcterms:created xsi:type="dcterms:W3CDTF">2019-03-03T04:44:49Z</dcterms:created>
  <dcterms:modified xsi:type="dcterms:W3CDTF">2025-11-29T06:34:14Z</dcterms:modified>
</cp:coreProperties>
</file>
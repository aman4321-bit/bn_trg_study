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7" r:id="rId2"/>
    <p:sldId id="262" r:id="rId3"/>
    <p:sldId id="264" r:id="rId4"/>
    <p:sldId id="265" r:id="rId5"/>
    <p:sldId id="266" r:id="rId6"/>
    <p:sldId id="267" r:id="rId7"/>
    <p:sldId id="268" r:id="rId8"/>
    <p:sldId id="274" r:id="rId9"/>
    <p:sldId id="269" r:id="rId10"/>
    <p:sldId id="270" r:id="rId11"/>
    <p:sldId id="272" r:id="rId12"/>
    <p:sldId id="273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7" d="100"/>
          <a:sy n="67" d="100"/>
        </p:scale>
        <p:origin x="1704" y="1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0" d="100"/>
        <a:sy n="70" d="100"/>
      </p:scale>
      <p:origin x="0" y="-1214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5A7769-64B3-4268-99E2-FD5E1DA0DB5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032FC0-4195-457F-95BC-540B129655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655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B3673-A915-45C6-8C7B-76CA18105D95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A1FD4-6B15-4A57-8F1E-E1D51C5971C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737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B3673-A915-45C6-8C7B-76CA18105D95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A1FD4-6B15-4A57-8F1E-E1D51C5971C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439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B3673-A915-45C6-8C7B-76CA18105D95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A1FD4-6B15-4A57-8F1E-E1D51C5971C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536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B3673-A915-45C6-8C7B-76CA18105D95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A1FD4-6B15-4A57-8F1E-E1D51C5971C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782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B3673-A915-45C6-8C7B-76CA18105D95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A1FD4-6B15-4A57-8F1E-E1D51C5971C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108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B3673-A915-45C6-8C7B-76CA18105D95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A1FD4-6B15-4A57-8F1E-E1D51C5971C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137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B3673-A915-45C6-8C7B-76CA18105D95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A1FD4-6B15-4A57-8F1E-E1D51C5971C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924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B3673-A915-45C6-8C7B-76CA18105D95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A1FD4-6B15-4A57-8F1E-E1D51C5971C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934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B3673-A915-45C6-8C7B-76CA18105D95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A1FD4-6B15-4A57-8F1E-E1D51C5971C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361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B3673-A915-45C6-8C7B-76CA18105D95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A1FD4-6B15-4A57-8F1E-E1D51C5971C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465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B3673-A915-45C6-8C7B-76CA18105D95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A1FD4-6B15-4A57-8F1E-E1D51C5971C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507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1B3673-A915-45C6-8C7B-76CA18105D95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FA1FD4-6B15-4A57-8F1E-E1D51C5971C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770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Grp="1" noChangeArrowheads="1"/>
          </p:cNvSpPr>
          <p:nvPr>
            <p:ph type="ctrTitle"/>
          </p:nvPr>
        </p:nvSpPr>
        <p:spPr>
          <a:xfrm>
            <a:off x="0" y="2514600"/>
            <a:ext cx="9144000" cy="762000"/>
          </a:xfrm>
          <a:prstGeom prst="rect">
            <a:avLst/>
          </a:prstGeom>
          <a:solidFill>
            <a:srgbClr val="C00000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anchor="ctr">
            <a:normAutofit/>
          </a:bodyPr>
          <a:lstStyle/>
          <a:p>
            <a:pPr algn="ctr" defTabSz="992188">
              <a:spcBef>
                <a:spcPct val="0"/>
              </a:spcBef>
              <a:defRPr/>
            </a:pPr>
            <a:r>
              <a:rPr lang="en-IN" sz="4000" b="1" u="sng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DGCA GUIDE LINES</a:t>
            </a:r>
            <a:endParaRPr lang="en-IN" sz="4000" b="1" u="sng" dirty="0">
              <a:solidFill>
                <a:srgbClr val="FFFF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7324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AF5DB9-8FD2-40E1-8D20-4B1070BEA44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9" name="Rectangle 2"/>
          <p:cNvSpPr txBox="1">
            <a:spLocks noChangeArrowheads="1"/>
          </p:cNvSpPr>
          <p:nvPr/>
        </p:nvSpPr>
        <p:spPr>
          <a:xfrm>
            <a:off x="0" y="-152400"/>
            <a:ext cx="9144000" cy="838200"/>
          </a:xfrm>
          <a:prstGeom prst="rect">
            <a:avLst/>
          </a:prstGeom>
          <a:solidFill>
            <a:srgbClr val="C00000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anchor="ctr"/>
          <a:lstStyle/>
          <a:p>
            <a:pPr algn="ctr" defTabSz="992188">
              <a:spcBef>
                <a:spcPct val="0"/>
              </a:spcBef>
              <a:defRPr/>
            </a:pPr>
            <a:r>
              <a:rPr lang="en-US" sz="3200" b="1" u="sng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DGCA GUIDE LINES</a:t>
            </a:r>
            <a:endParaRPr lang="en-US" sz="3200" b="1" u="sng" dirty="0">
              <a:solidFill>
                <a:srgbClr val="FFFF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457200" y="1143978"/>
            <a:ext cx="84709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Arial" pitchFamily="34" charset="0"/>
                <a:cs typeface="Arial" pitchFamily="34" charset="0"/>
              </a:rPr>
              <a:t>ELIGIBILITY FOR A LICENSE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AGE  		   =   18 - 65 YEARS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QUALIFICATION = 10</a:t>
            </a:r>
            <a:r>
              <a:rPr lang="en-US" baseline="30000" dirty="0" smtClean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th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NATIONALITY     = INDIAN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b="1" u="sng" dirty="0" smtClean="0">
                <a:latin typeface="Arial" pitchFamily="34" charset="0"/>
                <a:cs typeface="Arial" pitchFamily="34" charset="0"/>
              </a:rPr>
              <a:t>TRAINING :</a:t>
            </a:r>
            <a:endParaRPr lang="en-US" b="1" u="sng" dirty="0" smtClean="0">
              <a:solidFill>
                <a:schemeClr val="accent6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lvl="3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Remote Pilot Training </a:t>
            </a:r>
            <a:r>
              <a:rPr lang="en-US" dirty="0" err="1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Organisation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( RPTO ) se </a:t>
            </a:r>
            <a:r>
              <a:rPr lang="en-US" dirty="0" err="1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trg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leni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padti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hai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lvl="3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Training </a:t>
            </a:r>
            <a:r>
              <a:rPr lang="en-US" dirty="0" err="1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ke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baad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theory + practical test </a:t>
            </a:r>
            <a:r>
              <a:rPr lang="en-US" dirty="0" err="1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hota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hai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lvl="3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Pass hone </a:t>
            </a:r>
            <a:r>
              <a:rPr lang="en-US" dirty="0" err="1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ke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baad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RPC </a:t>
            </a:r>
            <a:r>
              <a:rPr lang="en-US" dirty="0" err="1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milta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hai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lvl="3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err="1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Uske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baad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DGCA </a:t>
            </a:r>
            <a:r>
              <a:rPr lang="en-US" dirty="0" err="1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ki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site </a:t>
            </a:r>
            <a:r>
              <a:rPr lang="en-US" dirty="0" err="1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pper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apply </a:t>
            </a:r>
            <a:r>
              <a:rPr lang="en-US" dirty="0" err="1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karke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RPL </a:t>
            </a:r>
            <a:r>
              <a:rPr lang="en-US" dirty="0" err="1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milta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hai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9968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AF5DB9-8FD2-40E1-8D20-4B1070BEA44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9" name="Rectangle 2"/>
          <p:cNvSpPr txBox="1">
            <a:spLocks noChangeArrowheads="1"/>
          </p:cNvSpPr>
          <p:nvPr/>
        </p:nvSpPr>
        <p:spPr>
          <a:xfrm>
            <a:off x="0" y="-152400"/>
            <a:ext cx="9144000" cy="838200"/>
          </a:xfrm>
          <a:prstGeom prst="rect">
            <a:avLst/>
          </a:prstGeom>
          <a:solidFill>
            <a:srgbClr val="C00000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anchor="ctr"/>
          <a:lstStyle/>
          <a:p>
            <a:pPr algn="ctr" defTabSz="992188">
              <a:spcBef>
                <a:spcPct val="0"/>
              </a:spcBef>
              <a:defRPr/>
            </a:pPr>
            <a:r>
              <a:rPr lang="en-US" sz="3200" b="1" u="sng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DGCA GUIDE LINES</a:t>
            </a:r>
            <a:endParaRPr lang="en-US" sz="3200" b="1" u="sng" dirty="0">
              <a:solidFill>
                <a:srgbClr val="FFFF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342900" y="1117601"/>
            <a:ext cx="8470900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000" b="1" dirty="0" smtClean="0">
                <a:latin typeface="Arial" pitchFamily="34" charset="0"/>
                <a:cs typeface="Arial" pitchFamily="34" charset="0"/>
              </a:rPr>
              <a:t>Register Your Drone</a:t>
            </a:r>
          </a:p>
          <a:p>
            <a:pPr marL="177800" lvl="1">
              <a:buFont typeface="Wingdings" pitchFamily="2" charset="2"/>
              <a:buChar char="§"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 DGCA Ki site per ( DIGITAL SKY )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Plateform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per register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kiya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jata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hai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marL="177800" lvl="1">
              <a:buFont typeface="Wingdings" pitchFamily="2" charset="2"/>
              <a:buChar char="§"/>
            </a:pP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Iske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baad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apko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ek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UIN ( unique identification number )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milta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hai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marL="177800" lvl="1">
              <a:buFont typeface="Wingdings" pitchFamily="2" charset="2"/>
              <a:buChar char="§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yeh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no drone per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chipkana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hota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hai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marL="177800" lvl="1">
              <a:lnSpc>
                <a:spcPct val="150000"/>
              </a:lnSpc>
            </a:pP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lvl="0">
              <a:buFont typeface="Wingdings" pitchFamily="2" charset="2"/>
              <a:buChar char="Ø"/>
            </a:pPr>
            <a:r>
              <a:rPr lang="en-US" sz="2000" b="1" dirty="0" smtClean="0">
                <a:latin typeface="Arial" pitchFamily="34" charset="0"/>
                <a:cs typeface="Arial" pitchFamily="34" charset="0"/>
              </a:rPr>
              <a:t> Classify Your Drone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: Categorize Your Drone As Per Its Weight And Purpose.</a:t>
            </a:r>
          </a:p>
          <a:p>
            <a:pPr marL="177800" lvl="0">
              <a:buFont typeface="Wingdings" pitchFamily="2" charset="2"/>
              <a:buChar char="§"/>
            </a:pP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Nano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= Less Than 250gm</a:t>
            </a:r>
          </a:p>
          <a:p>
            <a:pPr marL="177800" lvl="0">
              <a:buFont typeface="Wingdings" pitchFamily="2" charset="2"/>
              <a:buChar char="§"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Micro = 250g To 2kg</a:t>
            </a:r>
          </a:p>
          <a:p>
            <a:pPr marL="177800" lvl="0">
              <a:buFont typeface="Wingdings" pitchFamily="2" charset="2"/>
              <a:buChar char="§"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Small = 2kg To 25kg</a:t>
            </a:r>
          </a:p>
          <a:p>
            <a:pPr marL="177800" lvl="0">
              <a:buFont typeface="Wingdings" pitchFamily="2" charset="2"/>
              <a:buChar char="§"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Medium = 25kg To 150kg</a:t>
            </a:r>
          </a:p>
          <a:p>
            <a:pPr marL="177800" lvl="0">
              <a:buFont typeface="Wingdings" pitchFamily="2" charset="2"/>
              <a:buChar char="§"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Large = More Than 150kg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9968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AF5DB9-8FD2-40E1-8D20-4B1070BEA44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9" name="Rectangle 2"/>
          <p:cNvSpPr txBox="1">
            <a:spLocks noChangeArrowheads="1"/>
          </p:cNvSpPr>
          <p:nvPr/>
        </p:nvSpPr>
        <p:spPr>
          <a:xfrm>
            <a:off x="0" y="-152400"/>
            <a:ext cx="9144000" cy="838200"/>
          </a:xfrm>
          <a:prstGeom prst="rect">
            <a:avLst/>
          </a:prstGeom>
          <a:solidFill>
            <a:srgbClr val="C00000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anchor="ctr"/>
          <a:lstStyle/>
          <a:p>
            <a:pPr algn="ctr" defTabSz="992188">
              <a:spcBef>
                <a:spcPct val="0"/>
              </a:spcBef>
              <a:defRPr/>
            </a:pPr>
            <a:r>
              <a:rPr lang="en-US" sz="3200" b="1" u="sng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DGCA GUIDE LINES</a:t>
            </a:r>
            <a:endParaRPr lang="en-US" sz="3200" b="1" u="sng" dirty="0">
              <a:solidFill>
                <a:srgbClr val="FFFF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342900" y="1117601"/>
            <a:ext cx="84709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Font typeface="Wingdings" pitchFamily="2" charset="2"/>
              <a:buChar char="Ø"/>
            </a:pPr>
            <a:r>
              <a:rPr lang="en-US" sz="2000" b="1" dirty="0" smtClean="0">
                <a:latin typeface="Arial" pitchFamily="34" charset="0"/>
                <a:cs typeface="Arial" pitchFamily="34" charset="0"/>
              </a:rPr>
              <a:t>LICENSE REQUIRMENT</a:t>
            </a: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lvl="0">
              <a:buFont typeface="Wingdings" pitchFamily="2" charset="2"/>
              <a:buChar char="§"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 Small category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ke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drone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ke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lie license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ki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zarurat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nahi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hoti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lvl="0">
              <a:buFont typeface="Wingdings" pitchFamily="2" charset="2"/>
              <a:buChar char="§"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Medium category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ke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lie registration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ki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zarurat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hoti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hai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. private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jagah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per fly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ke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lie license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ki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zarurat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nahi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hai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. </a:t>
            </a:r>
          </a:p>
          <a:p>
            <a:pPr lvl="0">
              <a:buFont typeface="Wingdings" pitchFamily="2" charset="2"/>
              <a:buChar char="§"/>
            </a:pP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Baki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sabhi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category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ke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lie license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ki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zarurat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hoti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hai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marL="177800" lvl="1">
              <a:lnSpc>
                <a:spcPct val="150000"/>
              </a:lnSpc>
            </a:pP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000" b="1" dirty="0" smtClean="0">
                <a:latin typeface="Arial" pitchFamily="34" charset="0"/>
                <a:cs typeface="Arial" pitchFamily="34" charset="0"/>
              </a:rPr>
              <a:t> Three Zones Has Been Categorized For Air Traffic  Norms</a:t>
            </a: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0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Red Zone</a:t>
            </a:r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000" b="1" dirty="0" smtClean="0">
                <a:solidFill>
                  <a:srgbClr val="FFC000"/>
                </a:solidFill>
                <a:latin typeface="Arial" pitchFamily="34" charset="0"/>
                <a:cs typeface="Arial" pitchFamily="34" charset="0"/>
              </a:rPr>
              <a:t>Yellow Zone</a:t>
            </a:r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000" b="1" dirty="0" smtClean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Green Zone</a:t>
            </a:r>
            <a:endParaRPr lang="en-US" sz="2000" dirty="0">
              <a:solidFill>
                <a:schemeClr val="accent6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9968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AF5DB9-8FD2-40E1-8D20-4B1070BEA44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9" name="Rectangle 2"/>
          <p:cNvSpPr txBox="1">
            <a:spLocks noChangeArrowheads="1"/>
          </p:cNvSpPr>
          <p:nvPr/>
        </p:nvSpPr>
        <p:spPr>
          <a:xfrm>
            <a:off x="0" y="-152400"/>
            <a:ext cx="9144000" cy="838200"/>
          </a:xfrm>
          <a:prstGeom prst="rect">
            <a:avLst/>
          </a:prstGeom>
          <a:solidFill>
            <a:srgbClr val="C00000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anchor="ctr"/>
          <a:lstStyle/>
          <a:p>
            <a:pPr algn="ctr" defTabSz="992188">
              <a:spcBef>
                <a:spcPct val="0"/>
              </a:spcBef>
              <a:defRPr/>
            </a:pPr>
            <a:r>
              <a:rPr lang="en-US" sz="3200" b="1" u="sng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DGCA GUIDE LINES</a:t>
            </a:r>
            <a:endParaRPr lang="en-US" sz="3200" b="1" u="sng" dirty="0">
              <a:solidFill>
                <a:srgbClr val="FFFF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342900" y="1117601"/>
            <a:ext cx="84709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Font typeface="Wingdings" pitchFamily="2" charset="2"/>
              <a:buChar char="Ø"/>
            </a:pPr>
            <a:r>
              <a:rPr lang="en-US" sz="2000" b="1" dirty="0" smtClean="0">
                <a:solidFill>
                  <a:srgbClr val="FF0000"/>
                </a:solidFill>
              </a:rPr>
              <a:t>Red Zone </a:t>
            </a:r>
          </a:p>
          <a:p>
            <a:pPr lvl="0">
              <a:buFont typeface="Wingdings" pitchFamily="2" charset="2"/>
              <a:buChar char="§"/>
            </a:pPr>
            <a:r>
              <a:rPr lang="en-US" sz="2000" dirty="0" smtClean="0"/>
              <a:t> Red Zone fly </a:t>
            </a:r>
            <a:r>
              <a:rPr lang="en-US" sz="2000" dirty="0" err="1" smtClean="0"/>
              <a:t>ke</a:t>
            </a:r>
            <a:r>
              <a:rPr lang="en-US" sz="2000" dirty="0" smtClean="0"/>
              <a:t> lie banned </a:t>
            </a:r>
            <a:r>
              <a:rPr lang="en-US" sz="2000" dirty="0" err="1" smtClean="0"/>
              <a:t>hota</a:t>
            </a:r>
            <a:r>
              <a:rPr lang="en-US" sz="2000" dirty="0" smtClean="0"/>
              <a:t> </a:t>
            </a:r>
            <a:r>
              <a:rPr lang="en-US" sz="2000" dirty="0" err="1" smtClean="0"/>
              <a:t>hai</a:t>
            </a:r>
            <a:r>
              <a:rPr lang="en-US" sz="2000" dirty="0" smtClean="0"/>
              <a:t>.</a:t>
            </a:r>
          </a:p>
          <a:p>
            <a:pPr lvl="0">
              <a:buFont typeface="Wingdings" pitchFamily="2" charset="2"/>
              <a:buChar char="§"/>
            </a:pPr>
            <a:r>
              <a:rPr lang="en-US" sz="2000" dirty="0" smtClean="0"/>
              <a:t> Ager </a:t>
            </a:r>
            <a:r>
              <a:rPr lang="en-US" sz="2000" dirty="0" err="1" smtClean="0"/>
              <a:t>apko</a:t>
            </a:r>
            <a:r>
              <a:rPr lang="en-US" sz="2000" dirty="0" smtClean="0"/>
              <a:t> red zone </a:t>
            </a:r>
            <a:r>
              <a:rPr lang="en-US" sz="2000" dirty="0" err="1" smtClean="0"/>
              <a:t>mai</a:t>
            </a:r>
            <a:r>
              <a:rPr lang="en-US" sz="2000" dirty="0" smtClean="0"/>
              <a:t> flying </a:t>
            </a:r>
            <a:r>
              <a:rPr lang="en-US" sz="2000" dirty="0" err="1" smtClean="0"/>
              <a:t>karni</a:t>
            </a:r>
            <a:r>
              <a:rPr lang="en-US" sz="2000" dirty="0" smtClean="0"/>
              <a:t> </a:t>
            </a:r>
            <a:r>
              <a:rPr lang="en-US" sz="2000" dirty="0" err="1" smtClean="0"/>
              <a:t>hai</a:t>
            </a:r>
            <a:r>
              <a:rPr lang="en-US" sz="2000" dirty="0" smtClean="0"/>
              <a:t> to central </a:t>
            </a:r>
            <a:r>
              <a:rPr lang="en-US" sz="2000" dirty="0" err="1" smtClean="0"/>
              <a:t>govt</a:t>
            </a:r>
            <a:r>
              <a:rPr lang="en-US" sz="2000" dirty="0" smtClean="0"/>
              <a:t> se permission </a:t>
            </a:r>
            <a:r>
              <a:rPr lang="en-US" sz="2000" dirty="0" err="1" smtClean="0"/>
              <a:t>leni</a:t>
            </a:r>
            <a:r>
              <a:rPr lang="en-US" sz="2000" dirty="0" smtClean="0"/>
              <a:t> </a:t>
            </a:r>
            <a:r>
              <a:rPr lang="en-US" sz="2000" dirty="0" err="1" smtClean="0"/>
              <a:t>hogi</a:t>
            </a:r>
            <a:r>
              <a:rPr lang="en-US" sz="2000" dirty="0" smtClean="0"/>
              <a:t> .</a:t>
            </a:r>
          </a:p>
          <a:p>
            <a:pPr lvl="0">
              <a:buFont typeface="Wingdings" pitchFamily="2" charset="2"/>
              <a:buChar char="§"/>
            </a:pPr>
            <a:r>
              <a:rPr lang="en-US" sz="2000" dirty="0" smtClean="0"/>
              <a:t>Red zone 05 km </a:t>
            </a:r>
            <a:r>
              <a:rPr lang="en-US" sz="2000" dirty="0" err="1" smtClean="0"/>
              <a:t>tak</a:t>
            </a:r>
            <a:r>
              <a:rPr lang="en-US" sz="2000" dirty="0" smtClean="0"/>
              <a:t> </a:t>
            </a:r>
            <a:r>
              <a:rPr lang="en-US" sz="2000" dirty="0" err="1" smtClean="0"/>
              <a:t>hota</a:t>
            </a:r>
            <a:r>
              <a:rPr lang="en-US" sz="2000" dirty="0" smtClean="0"/>
              <a:t> </a:t>
            </a:r>
            <a:r>
              <a:rPr lang="en-US" sz="2000" dirty="0" err="1" smtClean="0"/>
              <a:t>hai</a:t>
            </a:r>
            <a:r>
              <a:rPr lang="en-US" sz="2000" dirty="0" smtClean="0"/>
              <a:t> .</a:t>
            </a:r>
          </a:p>
          <a:p>
            <a:endParaRPr lang="en-US" sz="2000" dirty="0" smtClean="0"/>
          </a:p>
          <a:p>
            <a:pPr lvl="0"/>
            <a:endParaRPr lang="en-US" sz="2000" dirty="0" smtClean="0"/>
          </a:p>
          <a:p>
            <a:pPr lvl="0"/>
            <a:endParaRPr lang="en-US" sz="2000" dirty="0" smtClean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229378" name="Picture 2" descr="C:\Users\HOME\Downloads\New folder\WhatsApp Image 2024-08-28 at 09.25.13_59499433.jpg"/>
          <p:cNvPicPr>
            <a:picLocks noChangeAspect="1" noChangeArrowheads="1"/>
          </p:cNvPicPr>
          <p:nvPr/>
        </p:nvPicPr>
        <p:blipFill>
          <a:blip r:embed="rId2"/>
          <a:srcRect l="10563" t="5769" r="11688" b="44551"/>
          <a:stretch>
            <a:fillRect/>
          </a:stretch>
        </p:blipFill>
        <p:spPr bwMode="auto">
          <a:xfrm>
            <a:off x="774700" y="2946400"/>
            <a:ext cx="6438900" cy="3200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09968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AF5DB9-8FD2-40E1-8D20-4B1070BEA44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9" name="Rectangle 2"/>
          <p:cNvSpPr txBox="1">
            <a:spLocks noChangeArrowheads="1"/>
          </p:cNvSpPr>
          <p:nvPr/>
        </p:nvSpPr>
        <p:spPr>
          <a:xfrm>
            <a:off x="0" y="-152400"/>
            <a:ext cx="9144000" cy="838200"/>
          </a:xfrm>
          <a:prstGeom prst="rect">
            <a:avLst/>
          </a:prstGeom>
          <a:solidFill>
            <a:srgbClr val="C00000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anchor="ctr"/>
          <a:lstStyle/>
          <a:p>
            <a:pPr algn="ctr" defTabSz="992188">
              <a:spcBef>
                <a:spcPct val="0"/>
              </a:spcBef>
              <a:defRPr/>
            </a:pPr>
            <a:r>
              <a:rPr lang="en-US" sz="3200" b="1" u="sng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DGCA GUIDE LINES</a:t>
            </a:r>
            <a:endParaRPr lang="en-US" sz="3200" b="1" u="sng" dirty="0">
              <a:solidFill>
                <a:srgbClr val="FFFF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342900" y="1117601"/>
            <a:ext cx="8578076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Font typeface="Wingdings" pitchFamily="2" charset="2"/>
              <a:buChar char="Ø"/>
            </a:pPr>
            <a:r>
              <a:rPr lang="en-US" sz="2000" b="1" u="sng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Yellow Zone</a:t>
            </a:r>
            <a:r>
              <a:rPr lang="en-US" sz="2000" u="sng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</a:p>
          <a:p>
            <a:pPr lvl="0">
              <a:buFont typeface="Wingdings" pitchFamily="2" charset="2"/>
              <a:buChar char="Ø"/>
            </a:pPr>
            <a:r>
              <a:rPr lang="en-US" sz="2000" dirty="0" smtClean="0"/>
              <a:t>Yellow Zone  flying </a:t>
            </a:r>
            <a:r>
              <a:rPr lang="en-US" sz="2000" dirty="0" err="1" smtClean="0"/>
              <a:t>ke</a:t>
            </a:r>
            <a:r>
              <a:rPr lang="en-US" sz="2000" dirty="0" smtClean="0"/>
              <a:t> lie restricted </a:t>
            </a:r>
            <a:r>
              <a:rPr lang="en-US" sz="2000" dirty="0" err="1" smtClean="0"/>
              <a:t>hota</a:t>
            </a:r>
            <a:r>
              <a:rPr lang="en-US" sz="2000" dirty="0" smtClean="0"/>
              <a:t> </a:t>
            </a:r>
            <a:r>
              <a:rPr lang="en-US" sz="2000" dirty="0" err="1" smtClean="0"/>
              <a:t>hai</a:t>
            </a:r>
            <a:r>
              <a:rPr lang="en-US" sz="2000" dirty="0" smtClean="0"/>
              <a:t>.  </a:t>
            </a:r>
          </a:p>
          <a:p>
            <a:pPr lvl="0">
              <a:buFont typeface="Wingdings" pitchFamily="2" charset="2"/>
              <a:buChar char="§"/>
            </a:pPr>
            <a:r>
              <a:rPr lang="en-US" sz="2000" dirty="0" err="1" smtClean="0"/>
              <a:t>Esko</a:t>
            </a:r>
            <a:r>
              <a:rPr lang="en-US" sz="2000" dirty="0" smtClean="0"/>
              <a:t> 02 </a:t>
            </a:r>
            <a:r>
              <a:rPr lang="en-US" sz="2000" dirty="0" err="1" smtClean="0"/>
              <a:t>bhago</a:t>
            </a:r>
            <a:r>
              <a:rPr lang="en-US" sz="2000" dirty="0" smtClean="0"/>
              <a:t> </a:t>
            </a:r>
            <a:r>
              <a:rPr lang="en-US" sz="2000" dirty="0" err="1" smtClean="0"/>
              <a:t>mai</a:t>
            </a:r>
            <a:r>
              <a:rPr lang="en-US" sz="2000" dirty="0" smtClean="0"/>
              <a:t> </a:t>
            </a:r>
            <a:r>
              <a:rPr lang="en-US" sz="2000" dirty="0" err="1" smtClean="0"/>
              <a:t>banta</a:t>
            </a:r>
            <a:r>
              <a:rPr lang="en-US" sz="2000" dirty="0" smtClean="0"/>
              <a:t> </a:t>
            </a:r>
            <a:r>
              <a:rPr lang="en-US" sz="2000" dirty="0" err="1" smtClean="0"/>
              <a:t>gaia</a:t>
            </a:r>
            <a:r>
              <a:rPr lang="en-US" sz="2000" dirty="0" smtClean="0"/>
              <a:t> </a:t>
            </a:r>
            <a:r>
              <a:rPr lang="en-US" sz="2000" dirty="0" err="1" smtClean="0"/>
              <a:t>hai</a:t>
            </a:r>
            <a:r>
              <a:rPr lang="en-US" sz="2000" dirty="0" smtClean="0"/>
              <a:t> .</a:t>
            </a:r>
          </a:p>
          <a:p>
            <a:pPr lvl="0">
              <a:buFont typeface="Wingdings" pitchFamily="2" charset="2"/>
              <a:buChar char="§"/>
            </a:pPr>
            <a:r>
              <a:rPr lang="en-US" sz="2000" dirty="0" smtClean="0"/>
              <a:t>Inner and outer zone</a:t>
            </a:r>
          </a:p>
          <a:p>
            <a:pPr lvl="0">
              <a:buFont typeface="Wingdings" pitchFamily="2" charset="2"/>
              <a:buChar char="§"/>
            </a:pPr>
            <a:r>
              <a:rPr lang="en-US" sz="2000" dirty="0" smtClean="0"/>
              <a:t>Inner zone 05 se 08 km </a:t>
            </a:r>
            <a:r>
              <a:rPr lang="en-US" sz="2000" dirty="0" err="1" smtClean="0"/>
              <a:t>tak</a:t>
            </a:r>
            <a:r>
              <a:rPr lang="en-US" sz="2000" dirty="0" smtClean="0"/>
              <a:t> </a:t>
            </a:r>
            <a:r>
              <a:rPr lang="en-US" sz="2000" dirty="0" err="1" smtClean="0"/>
              <a:t>hoti</a:t>
            </a:r>
            <a:r>
              <a:rPr lang="en-US" sz="2000" dirty="0" smtClean="0"/>
              <a:t> </a:t>
            </a:r>
            <a:r>
              <a:rPr lang="en-US" sz="2000" dirty="0" err="1" smtClean="0"/>
              <a:t>hai</a:t>
            </a:r>
            <a:r>
              <a:rPr lang="en-US" sz="2000" dirty="0" smtClean="0"/>
              <a:t> .</a:t>
            </a:r>
          </a:p>
          <a:p>
            <a:pPr lvl="0">
              <a:buFont typeface="Wingdings" pitchFamily="2" charset="2"/>
              <a:buChar char="§"/>
            </a:pPr>
            <a:r>
              <a:rPr lang="en-US" sz="2000" dirty="0" smtClean="0"/>
              <a:t>Outer zone 08 se 12 km </a:t>
            </a:r>
            <a:r>
              <a:rPr lang="en-US" sz="2000" dirty="0" err="1" smtClean="0"/>
              <a:t>tak</a:t>
            </a:r>
            <a:r>
              <a:rPr lang="en-US" sz="2000" dirty="0" smtClean="0"/>
              <a:t> </a:t>
            </a:r>
            <a:r>
              <a:rPr lang="en-US" sz="2000" dirty="0" err="1" smtClean="0"/>
              <a:t>hota</a:t>
            </a:r>
            <a:r>
              <a:rPr lang="en-US" sz="2000" dirty="0" smtClean="0"/>
              <a:t> </a:t>
            </a:r>
            <a:r>
              <a:rPr lang="en-US" sz="2000" dirty="0" err="1" smtClean="0"/>
              <a:t>hai</a:t>
            </a:r>
            <a:r>
              <a:rPr lang="en-US" sz="2000" dirty="0" smtClean="0"/>
              <a:t> .</a:t>
            </a:r>
          </a:p>
          <a:p>
            <a:pPr lvl="0">
              <a:buFont typeface="Wingdings" pitchFamily="2" charset="2"/>
              <a:buChar char="§"/>
            </a:pPr>
            <a:r>
              <a:rPr lang="en-US" sz="2000" dirty="0" smtClean="0"/>
              <a:t>Inner zone </a:t>
            </a:r>
            <a:r>
              <a:rPr lang="en-US" sz="2000" dirty="0" err="1" smtClean="0"/>
              <a:t>mai</a:t>
            </a:r>
            <a:r>
              <a:rPr lang="en-US" sz="2000" dirty="0" smtClean="0"/>
              <a:t> 200 </a:t>
            </a:r>
            <a:r>
              <a:rPr lang="en-US" sz="2000" dirty="0" err="1" smtClean="0"/>
              <a:t>ft</a:t>
            </a:r>
            <a:r>
              <a:rPr lang="en-US" sz="2000" dirty="0" smtClean="0"/>
              <a:t> </a:t>
            </a:r>
            <a:r>
              <a:rPr lang="en-US" sz="2000" dirty="0" err="1" smtClean="0"/>
              <a:t>tak</a:t>
            </a:r>
            <a:r>
              <a:rPr lang="en-US" sz="2000" dirty="0" smtClean="0"/>
              <a:t> fly </a:t>
            </a:r>
            <a:r>
              <a:rPr lang="en-US" sz="2000" dirty="0" err="1" smtClean="0"/>
              <a:t>ker</a:t>
            </a:r>
            <a:r>
              <a:rPr lang="en-US" sz="2000" dirty="0" smtClean="0"/>
              <a:t> </a:t>
            </a:r>
            <a:r>
              <a:rPr lang="en-US" sz="2000" dirty="0" err="1" smtClean="0"/>
              <a:t>sakte</a:t>
            </a:r>
            <a:r>
              <a:rPr lang="en-US" sz="2000" dirty="0" smtClean="0"/>
              <a:t> </a:t>
            </a:r>
            <a:r>
              <a:rPr lang="en-US" sz="2000" dirty="0" err="1" smtClean="0"/>
              <a:t>hai</a:t>
            </a:r>
            <a:r>
              <a:rPr lang="en-US" sz="2000" dirty="0" smtClean="0"/>
              <a:t> . </a:t>
            </a:r>
            <a:r>
              <a:rPr lang="en-US" sz="2000" dirty="0" err="1" smtClean="0"/>
              <a:t>Lekin</a:t>
            </a:r>
            <a:r>
              <a:rPr lang="en-US" sz="2000" dirty="0" smtClean="0"/>
              <a:t> </a:t>
            </a:r>
            <a:r>
              <a:rPr lang="en-US" sz="2000" dirty="0" err="1" smtClean="0"/>
              <a:t>uske</a:t>
            </a:r>
            <a:r>
              <a:rPr lang="en-US" sz="2000" dirty="0" smtClean="0"/>
              <a:t> lie permission </a:t>
            </a:r>
            <a:r>
              <a:rPr lang="en-US" sz="2000" dirty="0" err="1" smtClean="0"/>
              <a:t>cahie</a:t>
            </a:r>
            <a:r>
              <a:rPr lang="en-US" sz="2000" dirty="0" smtClean="0"/>
              <a:t> </a:t>
            </a:r>
            <a:r>
              <a:rPr lang="en-US" sz="2000" dirty="0" err="1" smtClean="0"/>
              <a:t>hoti</a:t>
            </a:r>
            <a:r>
              <a:rPr lang="en-US" sz="2000" dirty="0" smtClean="0"/>
              <a:t> </a:t>
            </a:r>
            <a:r>
              <a:rPr lang="en-US" sz="2000" dirty="0" err="1" smtClean="0"/>
              <a:t>hai</a:t>
            </a:r>
            <a:r>
              <a:rPr lang="en-US" sz="2000" dirty="0" smtClean="0"/>
              <a:t> .</a:t>
            </a:r>
          </a:p>
          <a:p>
            <a:pPr lvl="0">
              <a:buFont typeface="Wingdings" pitchFamily="2" charset="2"/>
              <a:buChar char="§"/>
            </a:pPr>
            <a:r>
              <a:rPr lang="en-US" sz="2000" dirty="0" smtClean="0"/>
              <a:t>Outer zone </a:t>
            </a:r>
            <a:r>
              <a:rPr lang="en-US" sz="2000" dirty="0" err="1" smtClean="0"/>
              <a:t>mai</a:t>
            </a:r>
            <a:r>
              <a:rPr lang="en-US" sz="2000" dirty="0" smtClean="0"/>
              <a:t> 200 </a:t>
            </a:r>
            <a:r>
              <a:rPr lang="en-US" sz="2000" dirty="0" err="1" smtClean="0"/>
              <a:t>ft</a:t>
            </a:r>
            <a:r>
              <a:rPr lang="en-US" sz="2000" dirty="0" smtClean="0"/>
              <a:t> </a:t>
            </a:r>
            <a:r>
              <a:rPr lang="en-US" sz="2000" dirty="0" err="1" smtClean="0"/>
              <a:t>tak</a:t>
            </a:r>
            <a:r>
              <a:rPr lang="en-US" sz="2000" dirty="0" smtClean="0"/>
              <a:t> fly </a:t>
            </a:r>
            <a:r>
              <a:rPr lang="en-US" sz="2000" dirty="0" err="1" smtClean="0"/>
              <a:t>ker</a:t>
            </a:r>
            <a:r>
              <a:rPr lang="en-US" sz="2000" dirty="0" smtClean="0"/>
              <a:t> </a:t>
            </a:r>
            <a:r>
              <a:rPr lang="en-US" sz="2000" dirty="0" err="1" smtClean="0"/>
              <a:t>sakte</a:t>
            </a:r>
            <a:r>
              <a:rPr lang="en-US" sz="2000" dirty="0" smtClean="0"/>
              <a:t> </a:t>
            </a:r>
            <a:r>
              <a:rPr lang="en-US" sz="2000" dirty="0" err="1" smtClean="0"/>
              <a:t>hai</a:t>
            </a:r>
            <a:r>
              <a:rPr lang="en-US" sz="2000" dirty="0" smtClean="0"/>
              <a:t> .</a:t>
            </a:r>
          </a:p>
          <a:p>
            <a:pPr lvl="0">
              <a:buFont typeface="Wingdings" pitchFamily="2" charset="2"/>
              <a:buChar char="§"/>
            </a:pPr>
            <a:r>
              <a:rPr lang="en-US" sz="2000" dirty="0" err="1" smtClean="0"/>
              <a:t>Isse</a:t>
            </a:r>
            <a:r>
              <a:rPr lang="en-US" sz="2000" dirty="0" smtClean="0"/>
              <a:t> upper </a:t>
            </a:r>
            <a:r>
              <a:rPr lang="en-US" sz="2000" dirty="0" err="1" smtClean="0"/>
              <a:t>ke</a:t>
            </a:r>
            <a:r>
              <a:rPr lang="en-US" sz="2000" dirty="0" smtClean="0"/>
              <a:t> lie </a:t>
            </a:r>
            <a:r>
              <a:rPr lang="en-US" sz="2000" dirty="0" err="1" smtClean="0"/>
              <a:t>lie</a:t>
            </a:r>
            <a:r>
              <a:rPr lang="en-US" sz="2000" dirty="0" smtClean="0"/>
              <a:t> permission </a:t>
            </a:r>
            <a:r>
              <a:rPr lang="en-US" sz="2000" dirty="0" err="1" smtClean="0"/>
              <a:t>leni</a:t>
            </a:r>
            <a:r>
              <a:rPr lang="en-US" sz="2000" dirty="0" smtClean="0"/>
              <a:t> </a:t>
            </a:r>
            <a:r>
              <a:rPr lang="en-US" sz="2000" dirty="0" err="1" smtClean="0"/>
              <a:t>padhti</a:t>
            </a:r>
            <a:r>
              <a:rPr lang="en-US" sz="2000" dirty="0" smtClean="0"/>
              <a:t> </a:t>
            </a:r>
            <a:r>
              <a:rPr lang="en-US" sz="2000" dirty="0" err="1" smtClean="0"/>
              <a:t>hai</a:t>
            </a:r>
            <a:r>
              <a:rPr lang="en-US" sz="2000" dirty="0" smtClean="0"/>
              <a:t> .</a:t>
            </a:r>
          </a:p>
          <a:p>
            <a:pPr lvl="0">
              <a:buFont typeface="Wingdings" pitchFamily="2" charset="2"/>
              <a:buChar char="§"/>
            </a:pPr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pPr lvl="0"/>
            <a:endParaRPr lang="en-US" sz="2000" dirty="0" smtClean="0"/>
          </a:p>
          <a:p>
            <a:pPr lvl="0"/>
            <a:endParaRPr lang="en-US" sz="2000" dirty="0" smtClean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9968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AF5DB9-8FD2-40E1-8D20-4B1070BEA44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9" name="Rectangle 2"/>
          <p:cNvSpPr txBox="1">
            <a:spLocks noChangeArrowheads="1"/>
          </p:cNvSpPr>
          <p:nvPr/>
        </p:nvSpPr>
        <p:spPr>
          <a:xfrm>
            <a:off x="0" y="-152400"/>
            <a:ext cx="9144000" cy="838200"/>
          </a:xfrm>
          <a:prstGeom prst="rect">
            <a:avLst/>
          </a:prstGeom>
          <a:solidFill>
            <a:srgbClr val="C00000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anchor="ctr"/>
          <a:lstStyle/>
          <a:p>
            <a:pPr algn="ctr" defTabSz="992188">
              <a:spcBef>
                <a:spcPct val="0"/>
              </a:spcBef>
              <a:defRPr/>
            </a:pPr>
            <a:r>
              <a:rPr lang="en-US" sz="3200" b="1" u="sng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DGCA GUIDE LINES</a:t>
            </a:r>
            <a:endParaRPr lang="en-US" sz="3200" b="1" u="sng" dirty="0">
              <a:solidFill>
                <a:srgbClr val="FFFF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342900" y="1117601"/>
            <a:ext cx="84709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000" b="1" u="sng" dirty="0" smtClean="0">
                <a:solidFill>
                  <a:schemeClr val="accent6">
                    <a:lumMod val="75000"/>
                  </a:schemeClr>
                </a:solidFill>
              </a:rPr>
              <a:t>Green Zone</a:t>
            </a:r>
            <a:r>
              <a:rPr lang="en-US" sz="2000" u="sng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  <a:p>
            <a:pPr lvl="0"/>
            <a:r>
              <a:rPr lang="en-US" sz="2000" dirty="0" smtClean="0"/>
              <a:t>.  Green zone 12 km se upper </a:t>
            </a:r>
            <a:r>
              <a:rPr lang="en-US" sz="2000" dirty="0" err="1" smtClean="0"/>
              <a:t>hota</a:t>
            </a:r>
            <a:r>
              <a:rPr lang="en-US" sz="2000" dirty="0" smtClean="0"/>
              <a:t> </a:t>
            </a:r>
            <a:r>
              <a:rPr lang="en-US" sz="2000" dirty="0" err="1" smtClean="0"/>
              <a:t>hai</a:t>
            </a:r>
            <a:r>
              <a:rPr lang="en-US" sz="2000" dirty="0" smtClean="0"/>
              <a:t> .</a:t>
            </a:r>
          </a:p>
          <a:p>
            <a:pPr lvl="0"/>
            <a:r>
              <a:rPr lang="en-US" sz="2000" dirty="0" smtClean="0"/>
              <a:t>.  </a:t>
            </a:r>
            <a:r>
              <a:rPr lang="en-US" sz="2000" dirty="0" err="1" smtClean="0"/>
              <a:t>Isme</a:t>
            </a:r>
            <a:r>
              <a:rPr lang="en-US" sz="2000" dirty="0" smtClean="0"/>
              <a:t> app 400 </a:t>
            </a:r>
            <a:r>
              <a:rPr lang="en-US" sz="2000" dirty="0" err="1" smtClean="0"/>
              <a:t>ft</a:t>
            </a:r>
            <a:r>
              <a:rPr lang="en-US" sz="2000" dirty="0" smtClean="0"/>
              <a:t> </a:t>
            </a:r>
            <a:r>
              <a:rPr lang="en-US" sz="2000" dirty="0" err="1" smtClean="0"/>
              <a:t>tak</a:t>
            </a:r>
            <a:r>
              <a:rPr lang="en-US" sz="2000" dirty="0" smtClean="0"/>
              <a:t> fly </a:t>
            </a:r>
            <a:r>
              <a:rPr lang="en-US" sz="2000" dirty="0" err="1" smtClean="0"/>
              <a:t>ker</a:t>
            </a:r>
            <a:r>
              <a:rPr lang="en-US" sz="2000" dirty="0" smtClean="0"/>
              <a:t> </a:t>
            </a:r>
            <a:r>
              <a:rPr lang="en-US" sz="2000" dirty="0" err="1" smtClean="0"/>
              <a:t>sakte</a:t>
            </a:r>
            <a:r>
              <a:rPr lang="en-US" sz="2000" dirty="0" smtClean="0"/>
              <a:t> ho .</a:t>
            </a:r>
          </a:p>
          <a:p>
            <a:pPr lvl="0"/>
            <a:r>
              <a:rPr lang="en-US" sz="2000" dirty="0" smtClean="0"/>
              <a:t>.  </a:t>
            </a:r>
            <a:r>
              <a:rPr lang="en-US" sz="2000" dirty="0" err="1" smtClean="0"/>
              <a:t>Jiske</a:t>
            </a:r>
            <a:r>
              <a:rPr lang="en-US" sz="2000" dirty="0" smtClean="0"/>
              <a:t> lie </a:t>
            </a:r>
            <a:r>
              <a:rPr lang="en-US" sz="2000" dirty="0" err="1" smtClean="0"/>
              <a:t>kisi</a:t>
            </a:r>
            <a:r>
              <a:rPr lang="en-US" sz="2000" dirty="0" smtClean="0"/>
              <a:t> </a:t>
            </a:r>
            <a:r>
              <a:rPr lang="en-US" sz="2000" dirty="0" err="1" smtClean="0"/>
              <a:t>tarah</a:t>
            </a:r>
            <a:r>
              <a:rPr lang="en-US" sz="2000" dirty="0" smtClean="0"/>
              <a:t> </a:t>
            </a:r>
            <a:r>
              <a:rPr lang="en-US" sz="2000" dirty="0" err="1" smtClean="0"/>
              <a:t>ki</a:t>
            </a:r>
            <a:r>
              <a:rPr lang="en-US" sz="2000" dirty="0" smtClean="0"/>
              <a:t> koi permission </a:t>
            </a:r>
            <a:r>
              <a:rPr lang="en-US" sz="2000" dirty="0" err="1" smtClean="0"/>
              <a:t>lene</a:t>
            </a:r>
            <a:r>
              <a:rPr lang="en-US" sz="2000" dirty="0" smtClean="0"/>
              <a:t> </a:t>
            </a:r>
            <a:r>
              <a:rPr lang="en-US" sz="2000" dirty="0" err="1" smtClean="0"/>
              <a:t>ki</a:t>
            </a:r>
            <a:r>
              <a:rPr lang="en-US" sz="2000" dirty="0" smtClean="0"/>
              <a:t> </a:t>
            </a:r>
            <a:r>
              <a:rPr lang="en-US" sz="2000" dirty="0" err="1" smtClean="0"/>
              <a:t>zaeurat</a:t>
            </a:r>
            <a:r>
              <a:rPr lang="en-US" sz="2000" dirty="0" smtClean="0"/>
              <a:t> </a:t>
            </a:r>
            <a:r>
              <a:rPr lang="en-US" sz="2000" dirty="0" err="1" smtClean="0"/>
              <a:t>nahi</a:t>
            </a:r>
            <a:r>
              <a:rPr lang="en-US" sz="2000" dirty="0" smtClean="0"/>
              <a:t> </a:t>
            </a:r>
            <a:r>
              <a:rPr lang="en-US" sz="2000" dirty="0" err="1" smtClean="0"/>
              <a:t>hoti</a:t>
            </a:r>
            <a:r>
              <a:rPr lang="en-US" sz="2000" dirty="0" smtClean="0"/>
              <a:t> </a:t>
            </a:r>
            <a:r>
              <a:rPr lang="en-US" sz="2000" dirty="0" err="1" smtClean="0"/>
              <a:t>hai</a:t>
            </a:r>
            <a:r>
              <a:rPr lang="en-US" sz="2000" dirty="0" smtClean="0"/>
              <a:t> .</a:t>
            </a:r>
          </a:p>
          <a:p>
            <a:pPr lvl="0"/>
            <a:r>
              <a:rPr lang="en-US" sz="2000" dirty="0" smtClean="0"/>
              <a:t>.  India </a:t>
            </a:r>
            <a:r>
              <a:rPr lang="en-US" sz="2000" dirty="0" err="1" smtClean="0"/>
              <a:t>mai</a:t>
            </a:r>
            <a:r>
              <a:rPr lang="en-US" sz="2000" dirty="0" smtClean="0"/>
              <a:t> drone </a:t>
            </a:r>
            <a:r>
              <a:rPr lang="en-US" sz="2000" dirty="0" err="1" smtClean="0"/>
              <a:t>ko</a:t>
            </a:r>
            <a:r>
              <a:rPr lang="en-US" sz="2000" dirty="0" smtClean="0"/>
              <a:t> </a:t>
            </a:r>
            <a:r>
              <a:rPr lang="en-US" sz="2000" dirty="0" err="1" smtClean="0"/>
              <a:t>isse</a:t>
            </a:r>
            <a:r>
              <a:rPr lang="en-US" sz="2000" dirty="0" smtClean="0"/>
              <a:t> upper fly </a:t>
            </a:r>
            <a:r>
              <a:rPr lang="en-US" sz="2000" dirty="0" err="1" smtClean="0"/>
              <a:t>karne</a:t>
            </a:r>
            <a:r>
              <a:rPr lang="en-US" sz="2000" dirty="0" smtClean="0"/>
              <a:t> </a:t>
            </a:r>
            <a:r>
              <a:rPr lang="en-US" sz="2000" dirty="0" err="1" smtClean="0"/>
              <a:t>ki</a:t>
            </a:r>
            <a:r>
              <a:rPr lang="en-US" sz="2000" dirty="0" smtClean="0"/>
              <a:t> permission </a:t>
            </a:r>
            <a:r>
              <a:rPr lang="en-US" sz="2000" dirty="0" err="1" smtClean="0"/>
              <a:t>nahi</a:t>
            </a:r>
            <a:r>
              <a:rPr lang="en-US" sz="2000" dirty="0" smtClean="0"/>
              <a:t> </a:t>
            </a:r>
            <a:r>
              <a:rPr lang="en-US" sz="2000" dirty="0" err="1" smtClean="0"/>
              <a:t>hai</a:t>
            </a:r>
            <a:r>
              <a:rPr lang="en-US" sz="2000" dirty="0" smtClean="0"/>
              <a:t> .</a:t>
            </a:r>
          </a:p>
          <a:p>
            <a:endParaRPr lang="en-US" sz="2000" dirty="0" smtClean="0"/>
          </a:p>
          <a:p>
            <a:pPr lvl="0"/>
            <a:endParaRPr lang="en-US" sz="2000" dirty="0" smtClean="0"/>
          </a:p>
          <a:p>
            <a:pPr lvl="0"/>
            <a:endParaRPr lang="en-US" sz="2000" dirty="0" smtClean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233474" name="Picture 2" descr="C:\Users\HOME\Downloads\New folder\WhatsApp Image 2024-08-28 at 09.25.13_07f47c4b.jpg"/>
          <p:cNvPicPr>
            <a:picLocks noChangeAspect="1" noChangeArrowheads="1"/>
          </p:cNvPicPr>
          <p:nvPr/>
        </p:nvPicPr>
        <p:blipFill>
          <a:blip r:embed="rId2"/>
          <a:srcRect l="8091" r="9174" b="5580"/>
          <a:stretch>
            <a:fillRect/>
          </a:stretch>
        </p:blipFill>
        <p:spPr bwMode="auto">
          <a:xfrm>
            <a:off x="622300" y="3200400"/>
            <a:ext cx="6667500" cy="28956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09968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278916" cy="10425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042506"/>
            <a:ext cx="7886700" cy="648183"/>
          </a:xfrm>
        </p:spPr>
        <p:txBody>
          <a:bodyPr>
            <a:normAutofit/>
          </a:bodyPr>
          <a:lstStyle/>
          <a:p>
            <a:r>
              <a:rPr lang="en-US" sz="2800" b="1" u="sng" dirty="0" err="1" smtClean="0">
                <a:solidFill>
                  <a:srgbClr val="FF0000"/>
                </a:solidFill>
              </a:rPr>
              <a:t>Temprory</a:t>
            </a:r>
            <a:r>
              <a:rPr lang="en-US" sz="2800" b="1" u="sng" dirty="0" smtClean="0">
                <a:solidFill>
                  <a:srgbClr val="FF0000"/>
                </a:solidFill>
              </a:rPr>
              <a:t> Red zone</a:t>
            </a:r>
            <a:endParaRPr lang="en-IN" sz="2800" b="1" u="sng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Govt</a:t>
            </a:r>
            <a:r>
              <a:rPr lang="en-US" dirty="0" smtClean="0"/>
              <a:t> </a:t>
            </a:r>
            <a:r>
              <a:rPr lang="en-US" dirty="0" err="1" smtClean="0"/>
              <a:t>ise</a:t>
            </a:r>
            <a:r>
              <a:rPr lang="en-US" dirty="0" smtClean="0"/>
              <a:t> </a:t>
            </a:r>
            <a:r>
              <a:rPr lang="en-US" dirty="0" err="1" smtClean="0"/>
              <a:t>kahi</a:t>
            </a:r>
            <a:r>
              <a:rPr lang="en-US" dirty="0" smtClean="0"/>
              <a:t> </a:t>
            </a:r>
            <a:r>
              <a:rPr lang="en-US" dirty="0" err="1" smtClean="0"/>
              <a:t>bhi</a:t>
            </a:r>
            <a:r>
              <a:rPr lang="en-US" dirty="0" smtClean="0"/>
              <a:t> </a:t>
            </a:r>
            <a:r>
              <a:rPr lang="en-US" dirty="0" err="1" smtClean="0"/>
              <a:t>laga</a:t>
            </a:r>
            <a:r>
              <a:rPr lang="en-US" dirty="0" smtClean="0"/>
              <a:t> </a:t>
            </a:r>
            <a:r>
              <a:rPr lang="en-US" dirty="0" err="1" smtClean="0"/>
              <a:t>sakti</a:t>
            </a:r>
            <a:r>
              <a:rPr lang="en-US" dirty="0" smtClean="0"/>
              <a:t> </a:t>
            </a:r>
            <a:r>
              <a:rPr lang="en-US" dirty="0" err="1" smtClean="0"/>
              <a:t>hai</a:t>
            </a:r>
            <a:r>
              <a:rPr lang="en-US" dirty="0" smtClean="0"/>
              <a:t>,</a:t>
            </a:r>
          </a:p>
          <a:p>
            <a:r>
              <a:rPr lang="en-US" dirty="0" smtClean="0"/>
              <a:t>Kisi VIP ja </a:t>
            </a:r>
            <a:r>
              <a:rPr lang="en-US" dirty="0" err="1" smtClean="0"/>
              <a:t>kisi</a:t>
            </a:r>
            <a:r>
              <a:rPr lang="en-US" dirty="0" smtClean="0"/>
              <a:t> function </a:t>
            </a:r>
            <a:r>
              <a:rPr lang="en-US" dirty="0" err="1" smtClean="0"/>
              <a:t>ke</a:t>
            </a:r>
            <a:r>
              <a:rPr lang="en-US" dirty="0" smtClean="0"/>
              <a:t> </a:t>
            </a:r>
            <a:r>
              <a:rPr lang="en-US" dirty="0" err="1" smtClean="0"/>
              <a:t>ilaqe</a:t>
            </a:r>
            <a:r>
              <a:rPr lang="en-US" dirty="0" smtClean="0"/>
              <a:t> </a:t>
            </a:r>
            <a:r>
              <a:rPr lang="en-US" dirty="0" err="1" smtClean="0"/>
              <a:t>mai</a:t>
            </a:r>
            <a:r>
              <a:rPr lang="en-US" dirty="0" smtClean="0"/>
              <a:t> </a:t>
            </a:r>
            <a:r>
              <a:rPr lang="en-US" dirty="0" err="1" smtClean="0"/>
              <a:t>laga</a:t>
            </a:r>
            <a:r>
              <a:rPr lang="en-US" dirty="0" smtClean="0"/>
              <a:t> </a:t>
            </a:r>
            <a:r>
              <a:rPr lang="en-US" dirty="0" err="1" smtClean="0"/>
              <a:t>sakti</a:t>
            </a:r>
            <a:r>
              <a:rPr lang="en-US" dirty="0" smtClean="0"/>
              <a:t> </a:t>
            </a:r>
            <a:r>
              <a:rPr lang="en-US" dirty="0" err="1" smtClean="0"/>
              <a:t>hai</a:t>
            </a:r>
            <a:r>
              <a:rPr lang="en-US" dirty="0" smtClean="0"/>
              <a:t>.</a:t>
            </a:r>
          </a:p>
          <a:p>
            <a:r>
              <a:rPr lang="en-US" dirty="0" err="1"/>
              <a:t>Yeh</a:t>
            </a:r>
            <a:r>
              <a:rPr lang="en-US" dirty="0"/>
              <a:t> 96 </a:t>
            </a:r>
            <a:r>
              <a:rPr lang="en-US" dirty="0" err="1"/>
              <a:t>hrs</a:t>
            </a:r>
            <a:r>
              <a:rPr lang="en-US" dirty="0"/>
              <a:t> </a:t>
            </a:r>
            <a:r>
              <a:rPr lang="en-US" dirty="0" err="1"/>
              <a:t>tak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lie </a:t>
            </a:r>
            <a:r>
              <a:rPr lang="en-US" dirty="0" err="1"/>
              <a:t>lagai</a:t>
            </a:r>
            <a:r>
              <a:rPr lang="en-US" dirty="0"/>
              <a:t> </a:t>
            </a:r>
            <a:r>
              <a:rPr lang="en-US" dirty="0" err="1"/>
              <a:t>jati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.</a:t>
            </a:r>
          </a:p>
          <a:p>
            <a:r>
              <a:rPr lang="en-US" dirty="0" smtClean="0"/>
              <a:t>Is </a:t>
            </a:r>
            <a:r>
              <a:rPr lang="en-US" dirty="0" err="1" smtClean="0"/>
              <a:t>ilaqe</a:t>
            </a:r>
            <a:r>
              <a:rPr lang="en-US" dirty="0" smtClean="0"/>
              <a:t> </a:t>
            </a:r>
            <a:r>
              <a:rPr lang="en-US" dirty="0" err="1" smtClean="0"/>
              <a:t>mai</a:t>
            </a:r>
            <a:r>
              <a:rPr lang="en-US" dirty="0" smtClean="0"/>
              <a:t> fly </a:t>
            </a:r>
            <a:r>
              <a:rPr lang="en-US" dirty="0" err="1" smtClean="0"/>
              <a:t>karne</a:t>
            </a:r>
            <a:r>
              <a:rPr lang="en-US" dirty="0" smtClean="0"/>
              <a:t> </a:t>
            </a:r>
            <a:r>
              <a:rPr lang="en-US" dirty="0" err="1" smtClean="0"/>
              <a:t>ke</a:t>
            </a:r>
            <a:r>
              <a:rPr lang="en-US" dirty="0" smtClean="0"/>
              <a:t> lie </a:t>
            </a:r>
            <a:r>
              <a:rPr lang="en-US" dirty="0" err="1" smtClean="0"/>
              <a:t>upto</a:t>
            </a:r>
            <a:r>
              <a:rPr lang="en-US" dirty="0" smtClean="0"/>
              <a:t> </a:t>
            </a:r>
            <a:r>
              <a:rPr lang="en-US" b="1" dirty="0" smtClean="0"/>
              <a:t>SP</a:t>
            </a:r>
            <a:r>
              <a:rPr lang="en-US" dirty="0" smtClean="0"/>
              <a:t> </a:t>
            </a:r>
            <a:r>
              <a:rPr lang="en-US" dirty="0" err="1" smtClean="0"/>
              <a:t>ki</a:t>
            </a:r>
            <a:r>
              <a:rPr lang="en-US" dirty="0" smtClean="0"/>
              <a:t> permission </a:t>
            </a:r>
            <a:r>
              <a:rPr lang="en-US" dirty="0" err="1" smtClean="0"/>
              <a:t>leni</a:t>
            </a:r>
            <a:r>
              <a:rPr lang="en-US" dirty="0" smtClean="0"/>
              <a:t> </a:t>
            </a:r>
            <a:r>
              <a:rPr lang="en-US" dirty="0" err="1" smtClean="0"/>
              <a:t>padhti</a:t>
            </a:r>
            <a:r>
              <a:rPr lang="en-US" dirty="0" smtClean="0"/>
              <a:t> </a:t>
            </a:r>
            <a:r>
              <a:rPr lang="en-US" dirty="0" err="1" smtClean="0"/>
              <a:t>hai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Yeh</a:t>
            </a:r>
            <a:r>
              <a:rPr lang="en-US" dirty="0" smtClean="0"/>
              <a:t> airspace map per show </a:t>
            </a:r>
            <a:r>
              <a:rPr lang="en-US" dirty="0" err="1" smtClean="0"/>
              <a:t>hoti</a:t>
            </a:r>
            <a:r>
              <a:rPr lang="en-US" dirty="0" smtClean="0"/>
              <a:t> </a:t>
            </a:r>
            <a:r>
              <a:rPr lang="en-US" dirty="0" err="1" smtClean="0"/>
              <a:t>hai</a:t>
            </a:r>
            <a:r>
              <a:rPr lang="en-US" dirty="0" smtClean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7207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AF5DB9-8FD2-40E1-8D20-4B1070BEA44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9" name="Rectangle 2"/>
          <p:cNvSpPr txBox="1">
            <a:spLocks noChangeArrowheads="1"/>
          </p:cNvSpPr>
          <p:nvPr/>
        </p:nvSpPr>
        <p:spPr>
          <a:xfrm>
            <a:off x="0" y="-152400"/>
            <a:ext cx="9144000" cy="838200"/>
          </a:xfrm>
          <a:prstGeom prst="rect">
            <a:avLst/>
          </a:prstGeom>
          <a:solidFill>
            <a:srgbClr val="C00000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anchor="ctr"/>
          <a:lstStyle/>
          <a:p>
            <a:pPr algn="ctr" defTabSz="992188">
              <a:spcBef>
                <a:spcPct val="0"/>
              </a:spcBef>
              <a:defRPr/>
            </a:pPr>
            <a:r>
              <a:rPr lang="en-US" sz="3200" b="1" u="sng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DGCA GUIDE LINES</a:t>
            </a:r>
            <a:endParaRPr lang="en-US" sz="3200" b="1" u="sng" dirty="0">
              <a:solidFill>
                <a:srgbClr val="FFFF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342900" y="1117601"/>
            <a:ext cx="8470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endParaRPr lang="en-US" sz="2000" dirty="0" smtClean="0"/>
          </a:p>
          <a:p>
            <a:pPr lvl="0"/>
            <a:endParaRPr lang="en-US" sz="2000" dirty="0" smtClean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234498" name="Picture 2" descr="C:\Users\HOME\Downloads\New folder\WhatsApp Image 2024-08-28 at 09.25.13_1e02521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3200" y="762000"/>
            <a:ext cx="8724900" cy="59436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09968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AF5DB9-8FD2-40E1-8D20-4B1070BEA44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9" name="Rectangle 2"/>
          <p:cNvSpPr txBox="1">
            <a:spLocks noChangeArrowheads="1"/>
          </p:cNvSpPr>
          <p:nvPr/>
        </p:nvSpPr>
        <p:spPr>
          <a:xfrm>
            <a:off x="0" y="-152400"/>
            <a:ext cx="9144000" cy="838200"/>
          </a:xfrm>
          <a:prstGeom prst="rect">
            <a:avLst/>
          </a:prstGeom>
          <a:solidFill>
            <a:srgbClr val="C00000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anchor="ctr"/>
          <a:lstStyle/>
          <a:p>
            <a:pPr algn="ctr" defTabSz="992188">
              <a:spcBef>
                <a:spcPct val="0"/>
              </a:spcBef>
              <a:defRPr/>
            </a:pPr>
            <a:r>
              <a:rPr lang="en-US" sz="3200" b="1" u="sng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DGCA GUIDE LINES</a:t>
            </a:r>
            <a:endParaRPr lang="en-US" sz="3200" b="1" u="sng" dirty="0">
              <a:solidFill>
                <a:srgbClr val="FFFF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203200" y="774701"/>
            <a:ext cx="84709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Font typeface="Wingdings" pitchFamily="2" charset="2"/>
              <a:buChar char="Ø"/>
            </a:pPr>
            <a:r>
              <a:rPr lang="en-US" sz="2000" b="1" dirty="0" smtClean="0">
                <a:latin typeface="Arial" pitchFamily="34" charset="0"/>
                <a:cs typeface="Arial" pitchFamily="34" charset="0"/>
              </a:rPr>
              <a:t> Follow Altitude Restriction.</a:t>
            </a:r>
          </a:p>
          <a:p>
            <a:pPr lvl="0"/>
            <a:endParaRPr lang="en-US" sz="2000" dirty="0" smtClean="0"/>
          </a:p>
          <a:p>
            <a:endParaRPr lang="en-US" sz="2000" dirty="0" smtClean="0"/>
          </a:p>
          <a:p>
            <a:pPr lvl="0"/>
            <a:endParaRPr lang="en-US" sz="2000" dirty="0" smtClean="0"/>
          </a:p>
          <a:p>
            <a:pPr lvl="0"/>
            <a:endParaRPr lang="en-US" sz="2000" dirty="0" smtClean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235524" name="Picture 4" descr="C:\Users\HOME\Downloads\New folder\WhatsApp Image 2024-08-28 at 09.25.13_b824b09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1271239"/>
            <a:ext cx="8915400" cy="557406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09968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AF5DB9-8FD2-40E1-8D20-4B1070BEA44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9" name="Rectangle 2"/>
          <p:cNvSpPr txBox="1">
            <a:spLocks noChangeArrowheads="1"/>
          </p:cNvSpPr>
          <p:nvPr/>
        </p:nvSpPr>
        <p:spPr>
          <a:xfrm>
            <a:off x="0" y="-152400"/>
            <a:ext cx="9144000" cy="838200"/>
          </a:xfrm>
          <a:prstGeom prst="rect">
            <a:avLst/>
          </a:prstGeom>
          <a:solidFill>
            <a:srgbClr val="C00000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anchor="ctr"/>
          <a:lstStyle/>
          <a:p>
            <a:pPr algn="ctr" defTabSz="992188">
              <a:spcBef>
                <a:spcPct val="0"/>
              </a:spcBef>
              <a:defRPr/>
            </a:pPr>
            <a:r>
              <a:rPr lang="en-US" sz="3200" b="1" u="sng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DGCA GUIDE LINES</a:t>
            </a:r>
            <a:endParaRPr lang="en-US" sz="3200" b="1" u="sng" dirty="0">
              <a:solidFill>
                <a:srgbClr val="FFFF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342900" y="1117601"/>
            <a:ext cx="84709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000" b="1" dirty="0" smtClean="0">
                <a:latin typeface="Arial" pitchFamily="34" charset="0"/>
                <a:cs typeface="Arial" pitchFamily="34" charset="0"/>
              </a:rPr>
              <a:t>Keep Visual Line Of Sight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lvl="0"/>
            <a:r>
              <a:rPr lang="en-US" sz="2000" dirty="0" smtClean="0">
                <a:latin typeface="Arial" pitchFamily="34" charset="0"/>
                <a:cs typeface="Arial" pitchFamily="34" charset="0"/>
              </a:rPr>
              <a:t>Always Keep Your Drone Within Your Visual Line Of Sight While Flying</a:t>
            </a:r>
          </a:p>
          <a:p>
            <a:pPr lvl="0"/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000" b="1" dirty="0" smtClean="0">
                <a:latin typeface="Arial" pitchFamily="34" charset="0"/>
                <a:cs typeface="Arial" pitchFamily="34" charset="0"/>
              </a:rPr>
              <a:t>No Fly Zones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: Avoid Flying Over Crowds, Public Gathering And Other No Fly Zones.</a:t>
            </a:r>
          </a:p>
          <a:p>
            <a:pPr lvl="0"/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000" b="1" dirty="0" smtClean="0">
                <a:latin typeface="Arial" pitchFamily="34" charset="0"/>
                <a:cs typeface="Arial" pitchFamily="34" charset="0"/>
              </a:rPr>
              <a:t>Adhere To Privacy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: Respect People Privacy And Do Not Capture Images Or Videos Of Individual Without Their Consent.</a:t>
            </a:r>
          </a:p>
          <a:p>
            <a:pPr lvl="0"/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000" b="1" dirty="0" smtClean="0">
                <a:latin typeface="Arial" pitchFamily="34" charset="0"/>
                <a:cs typeface="Arial" pitchFamily="34" charset="0"/>
              </a:rPr>
              <a:t>Comply With Equipment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: Ensure Your Drone Has A Compliant Id Plate,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Gps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&amp; Is Equipped With No Spyware Software.</a:t>
            </a:r>
          </a:p>
          <a:p>
            <a:pPr lvl="0"/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endParaRPr lang="en-US" sz="2000" dirty="0" smtClean="0"/>
          </a:p>
          <a:p>
            <a:pPr lvl="0"/>
            <a:endParaRPr lang="en-US" sz="2000" dirty="0" smtClean="0"/>
          </a:p>
          <a:p>
            <a:pPr lvl="0"/>
            <a:endParaRPr lang="en-US" sz="2000" dirty="0" smtClean="0"/>
          </a:p>
          <a:p>
            <a:pPr lvl="0"/>
            <a:endParaRPr lang="en-US" sz="2000" dirty="0" smtClean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9968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AF5DB9-8FD2-40E1-8D20-4B1070BEA44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9" name="Rectangle 2"/>
          <p:cNvSpPr txBox="1">
            <a:spLocks noChangeArrowheads="1"/>
          </p:cNvSpPr>
          <p:nvPr/>
        </p:nvSpPr>
        <p:spPr>
          <a:xfrm>
            <a:off x="0" y="-152400"/>
            <a:ext cx="9144000" cy="838200"/>
          </a:xfrm>
          <a:prstGeom prst="rect">
            <a:avLst/>
          </a:prstGeom>
          <a:solidFill>
            <a:srgbClr val="C00000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anchor="ctr"/>
          <a:lstStyle/>
          <a:p>
            <a:pPr algn="ctr" defTabSz="992188">
              <a:spcBef>
                <a:spcPct val="0"/>
              </a:spcBef>
              <a:defRPr/>
            </a:pPr>
            <a:r>
              <a:rPr lang="en-US" sz="3200" b="1" u="sng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DGCA GUIDE LINES</a:t>
            </a:r>
            <a:endParaRPr lang="en-US" sz="3200" b="1" u="sng" dirty="0">
              <a:solidFill>
                <a:srgbClr val="FFFF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342900" y="1117601"/>
            <a:ext cx="84709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Arial" pitchFamily="34" charset="0"/>
                <a:cs typeface="Arial" pitchFamily="34" charset="0"/>
              </a:rPr>
              <a:t>Insurance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: Get Insurance Coverage For Your Drone To Protect Against Potential Accidents Or Damage.</a:t>
            </a:r>
          </a:p>
          <a:p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lvl="0"/>
            <a:r>
              <a:rPr lang="en-US" sz="2000" b="1" dirty="0" smtClean="0">
                <a:latin typeface="Arial" pitchFamily="34" charset="0"/>
                <a:cs typeface="Arial" pitchFamily="34" charset="0"/>
              </a:rPr>
              <a:t>Renewal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: Renew Your Drone Registration And Operator Id As Required.</a:t>
            </a:r>
          </a:p>
          <a:p>
            <a:pPr lvl="0"/>
            <a:endParaRPr lang="en-US" sz="2000" b="1" dirty="0" smtClean="0">
              <a:latin typeface="Arial" pitchFamily="34" charset="0"/>
              <a:cs typeface="Arial" pitchFamily="34" charset="0"/>
            </a:endParaRPr>
          </a:p>
          <a:p>
            <a:pPr lvl="0"/>
            <a:r>
              <a:rPr lang="en-US" sz="2000" b="1" dirty="0" smtClean="0">
                <a:latin typeface="Arial" pitchFamily="34" charset="0"/>
                <a:cs typeface="Arial" pitchFamily="34" charset="0"/>
              </a:rPr>
              <a:t>Report Incidents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: Report Your Drone Related Incidents Or Accidents To DGCA As Per Their Guidelines.</a:t>
            </a:r>
          </a:p>
          <a:p>
            <a:pPr lvl="0"/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lvl="0"/>
            <a:r>
              <a:rPr lang="en-US" sz="2000" b="1" dirty="0" smtClean="0">
                <a:latin typeface="Arial" pitchFamily="34" charset="0"/>
                <a:cs typeface="Arial" pitchFamily="34" charset="0"/>
              </a:rPr>
              <a:t>Stay Updated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: Regular Check DGCA Website For Updated Regulations And Guidelines.</a:t>
            </a:r>
          </a:p>
          <a:p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lvl="0"/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lvl="0"/>
            <a:endParaRPr lang="en-US" sz="2000" dirty="0" smtClean="0"/>
          </a:p>
          <a:p>
            <a:pPr lvl="0"/>
            <a:endParaRPr lang="en-US" sz="2000" dirty="0" smtClean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9968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284</TotalTime>
  <Words>562</Words>
  <Application>Microsoft Office PowerPoint</Application>
  <PresentationFormat>On-screen Show (4:3)</PresentationFormat>
  <Paragraphs>103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Wingdings</vt:lpstr>
      <vt:lpstr>Office Theme</vt:lpstr>
      <vt:lpstr>DGCA GUIDE LINES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Temprory Red zone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cdts</cp:lastModifiedBy>
  <cp:revision>49</cp:revision>
  <dcterms:created xsi:type="dcterms:W3CDTF">2019-03-03T04:44:49Z</dcterms:created>
  <dcterms:modified xsi:type="dcterms:W3CDTF">2025-11-26T05:43:53Z</dcterms:modified>
</cp:coreProperties>
</file>